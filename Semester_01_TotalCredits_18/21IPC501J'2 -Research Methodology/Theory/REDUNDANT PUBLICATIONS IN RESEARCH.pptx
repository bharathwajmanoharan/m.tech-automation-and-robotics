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2" r:id="rId4"/>
    <p:sldId id="290" r:id="rId5"/>
    <p:sldId id="276" r:id="rId6"/>
    <p:sldId id="277" r:id="rId7"/>
    <p:sldId id="317" r:id="rId8"/>
    <p:sldId id="314" r:id="rId9"/>
    <p:sldId id="313" r:id="rId10"/>
    <p:sldId id="315" r:id="rId11"/>
    <p:sldId id="316" r:id="rId12"/>
    <p:sldId id="312" r:id="rId13"/>
    <p:sldId id="278" r:id="rId14"/>
    <p:sldId id="289" r:id="rId15"/>
    <p:sldId id="283" r:id="rId16"/>
    <p:sldId id="284" r:id="rId17"/>
    <p:sldId id="267" r:id="rId18"/>
    <p:sldId id="292" r:id="rId19"/>
    <p:sldId id="291" r:id="rId20"/>
    <p:sldId id="285"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FF"/>
    <a:srgbClr val="FF6699"/>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C34740-D638-4F03-8DDC-49EDD3EF5CA3}" v="39" dt="2025-11-01T11:02:18.0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556" autoAdjust="0"/>
    <p:restoredTop sz="94660"/>
  </p:normalViewPr>
  <p:slideViewPr>
    <p:cSldViewPr snapToGrid="0">
      <p:cViewPr varScale="1">
        <p:scale>
          <a:sx n="79" d="100"/>
          <a:sy n="79" d="100"/>
        </p:scale>
        <p:origin x="3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 A" userId="20fdb51555c71938" providerId="LiveId" clId="{2AE70C85-3736-4998-B05D-A128C209D80F}"/>
    <pc:docChg chg="undo custSel addSld delSld modSld sldOrd">
      <pc:chgData name="Divya A" userId="20fdb51555c71938" providerId="LiveId" clId="{2AE70C85-3736-4998-B05D-A128C209D80F}" dt="2025-11-01T11:03:29.383" v="226" actId="207"/>
      <pc:docMkLst>
        <pc:docMk/>
      </pc:docMkLst>
      <pc:sldChg chg="modSp add mod ord">
        <pc:chgData name="Divya A" userId="20fdb51555c71938" providerId="LiveId" clId="{2AE70C85-3736-4998-B05D-A128C209D80F}" dt="2025-11-01T11:03:14.853" v="223" actId="207"/>
        <pc:sldMkLst>
          <pc:docMk/>
          <pc:sldMk cId="0" sldId="267"/>
        </pc:sldMkLst>
        <pc:spChg chg="mod">
          <ac:chgData name="Divya A" userId="20fdb51555c71938" providerId="LiveId" clId="{2AE70C85-3736-4998-B05D-A128C209D80F}" dt="2025-11-01T11:03:14.853" v="223" actId="207"/>
          <ac:spMkLst>
            <pc:docMk/>
            <pc:sldMk cId="0" sldId="267"/>
            <ac:spMk id="2" creationId="{00000000-0000-0000-0000-000000000000}"/>
          </ac:spMkLst>
        </pc:spChg>
        <pc:spChg chg="mod">
          <ac:chgData name="Divya A" userId="20fdb51555c71938" providerId="LiveId" clId="{2AE70C85-3736-4998-B05D-A128C209D80F}" dt="2025-11-01T10:52:10.405" v="198" actId="27636"/>
          <ac:spMkLst>
            <pc:docMk/>
            <pc:sldMk cId="0" sldId="267"/>
            <ac:spMk id="3" creationId="{00000000-0000-0000-0000-000000000000}"/>
          </ac:spMkLst>
        </pc:spChg>
      </pc:sldChg>
      <pc:sldChg chg="modSp add del mod ord">
        <pc:chgData name="Divya A" userId="20fdb51555c71938" providerId="LiveId" clId="{2AE70C85-3736-4998-B05D-A128C209D80F}" dt="2025-11-01T09:50:36.090" v="174" actId="47"/>
        <pc:sldMkLst>
          <pc:docMk/>
          <pc:sldMk cId="0" sldId="274"/>
        </pc:sldMkLst>
        <pc:spChg chg="mod">
          <ac:chgData name="Divya A" userId="20fdb51555c71938" providerId="LiveId" clId="{2AE70C85-3736-4998-B05D-A128C209D80F}" dt="2025-11-01T03:53:30.627" v="9" actId="122"/>
          <ac:spMkLst>
            <pc:docMk/>
            <pc:sldMk cId="0" sldId="274"/>
            <ac:spMk id="2" creationId="{00000000-0000-0000-0000-000000000000}"/>
          </ac:spMkLst>
        </pc:spChg>
      </pc:sldChg>
      <pc:sldChg chg="del">
        <pc:chgData name="Divya A" userId="20fdb51555c71938" providerId="LiveId" clId="{2AE70C85-3736-4998-B05D-A128C209D80F}" dt="2025-11-01T11:00:45.418" v="204" actId="47"/>
        <pc:sldMkLst>
          <pc:docMk/>
          <pc:sldMk cId="3892745445" sldId="275"/>
        </pc:sldMkLst>
      </pc:sldChg>
      <pc:sldChg chg="modSp add mod ord modAnim">
        <pc:chgData name="Divya A" userId="20fdb51555c71938" providerId="LiveId" clId="{2AE70C85-3736-4998-B05D-A128C209D80F}" dt="2025-11-01T11:02:11.328" v="214" actId="113"/>
        <pc:sldMkLst>
          <pc:docMk/>
          <pc:sldMk cId="0" sldId="276"/>
        </pc:sldMkLst>
        <pc:spChg chg="mod">
          <ac:chgData name="Divya A" userId="20fdb51555c71938" providerId="LiveId" clId="{2AE70C85-3736-4998-B05D-A128C209D80F}" dt="2025-11-01T11:02:11.328" v="214" actId="113"/>
          <ac:spMkLst>
            <pc:docMk/>
            <pc:sldMk cId="0" sldId="276"/>
            <ac:spMk id="3" creationId="{00000000-0000-0000-0000-000000000000}"/>
          </ac:spMkLst>
        </pc:spChg>
      </pc:sldChg>
      <pc:sldChg chg="modSp add mod ord modAnim">
        <pc:chgData name="Divya A" userId="20fdb51555c71938" providerId="LiveId" clId="{2AE70C85-3736-4998-B05D-A128C209D80F}" dt="2025-11-01T11:02:18.011" v="216" actId="113"/>
        <pc:sldMkLst>
          <pc:docMk/>
          <pc:sldMk cId="0" sldId="277"/>
        </pc:sldMkLst>
        <pc:spChg chg="mod">
          <ac:chgData name="Divya A" userId="20fdb51555c71938" providerId="LiveId" clId="{2AE70C85-3736-4998-B05D-A128C209D80F}" dt="2025-11-01T11:02:18.011" v="216" actId="113"/>
          <ac:spMkLst>
            <pc:docMk/>
            <pc:sldMk cId="0" sldId="277"/>
            <ac:spMk id="2" creationId="{00000000-0000-0000-0000-000000000000}"/>
          </ac:spMkLst>
        </pc:spChg>
        <pc:spChg chg="mod">
          <ac:chgData name="Divya A" userId="20fdb51555c71938" providerId="LiveId" clId="{2AE70C85-3736-4998-B05D-A128C209D80F}" dt="2025-11-01T03:55:51.969" v="27" actId="20577"/>
          <ac:spMkLst>
            <pc:docMk/>
            <pc:sldMk cId="0" sldId="277"/>
            <ac:spMk id="3" creationId="{00000000-0000-0000-0000-000000000000}"/>
          </ac:spMkLst>
        </pc:spChg>
      </pc:sldChg>
      <pc:sldChg chg="modSp add">
        <pc:chgData name="Divya A" userId="20fdb51555c71938" providerId="LiveId" clId="{2AE70C85-3736-4998-B05D-A128C209D80F}" dt="2025-11-01T11:01:23.716" v="208" actId="122"/>
        <pc:sldMkLst>
          <pc:docMk/>
          <pc:sldMk cId="794398628" sldId="280"/>
        </pc:sldMkLst>
        <pc:spChg chg="mod">
          <ac:chgData name="Divya A" userId="20fdb51555c71938" providerId="LiveId" clId="{2AE70C85-3736-4998-B05D-A128C209D80F}" dt="2025-11-01T11:01:23.716" v="208" actId="122"/>
          <ac:spMkLst>
            <pc:docMk/>
            <pc:sldMk cId="794398628" sldId="280"/>
            <ac:spMk id="2" creationId="{00000000-0000-0000-0000-000000000000}"/>
          </ac:spMkLst>
        </pc:spChg>
      </pc:sldChg>
      <pc:sldChg chg="del">
        <pc:chgData name="Divya A" userId="20fdb51555c71938" providerId="LiveId" clId="{2AE70C85-3736-4998-B05D-A128C209D80F}" dt="2025-11-01T10:44:07.777" v="194" actId="2696"/>
        <pc:sldMkLst>
          <pc:docMk/>
          <pc:sldMk cId="2834977151" sldId="280"/>
        </pc:sldMkLst>
      </pc:sldChg>
      <pc:sldChg chg="modSp mod">
        <pc:chgData name="Divya A" userId="20fdb51555c71938" providerId="LiveId" clId="{2AE70C85-3736-4998-B05D-A128C209D80F}" dt="2025-11-01T11:03:09.871" v="222" actId="207"/>
        <pc:sldMkLst>
          <pc:docMk/>
          <pc:sldMk cId="3628658604" sldId="284"/>
        </pc:sldMkLst>
        <pc:spChg chg="mod">
          <ac:chgData name="Divya A" userId="20fdb51555c71938" providerId="LiveId" clId="{2AE70C85-3736-4998-B05D-A128C209D80F}" dt="2025-11-01T11:03:09.871" v="222" actId="207"/>
          <ac:spMkLst>
            <pc:docMk/>
            <pc:sldMk cId="3628658604" sldId="284"/>
            <ac:spMk id="2" creationId="{A45934C4-66A1-A0E0-35FD-CDAEF167A743}"/>
          </ac:spMkLst>
        </pc:spChg>
      </pc:sldChg>
      <pc:sldChg chg="modSp mod">
        <pc:chgData name="Divya A" userId="20fdb51555c71938" providerId="LiveId" clId="{2AE70C85-3736-4998-B05D-A128C209D80F}" dt="2025-11-01T11:03:29.383" v="226" actId="207"/>
        <pc:sldMkLst>
          <pc:docMk/>
          <pc:sldMk cId="3341440450" sldId="285"/>
        </pc:sldMkLst>
        <pc:spChg chg="mod">
          <ac:chgData name="Divya A" userId="20fdb51555c71938" providerId="LiveId" clId="{2AE70C85-3736-4998-B05D-A128C209D80F}" dt="2025-11-01T11:03:29.383" v="226" actId="207"/>
          <ac:spMkLst>
            <pc:docMk/>
            <pc:sldMk cId="3341440450" sldId="285"/>
            <ac:spMk id="2" creationId="{37187528-8345-2BD2-7154-5A453C176DD4}"/>
          </ac:spMkLst>
        </pc:spChg>
      </pc:sldChg>
      <pc:sldChg chg="del ord">
        <pc:chgData name="Divya A" userId="20fdb51555c71938" providerId="LiveId" clId="{2AE70C85-3736-4998-B05D-A128C209D80F}" dt="2025-11-01T10:53:36.372" v="200" actId="2696"/>
        <pc:sldMkLst>
          <pc:docMk/>
          <pc:sldMk cId="2682570360" sldId="286"/>
        </pc:sldMkLst>
      </pc:sldChg>
      <pc:sldChg chg="addSp modSp mod modAnim">
        <pc:chgData name="Divya A" userId="20fdb51555c71938" providerId="LiveId" clId="{2AE70C85-3736-4998-B05D-A128C209D80F}" dt="2025-11-01T10:18:38.266" v="186"/>
        <pc:sldMkLst>
          <pc:docMk/>
          <pc:sldMk cId="3301137457" sldId="290"/>
        </pc:sldMkLst>
        <pc:graphicFrameChg chg="mod">
          <ac:chgData name="Divya A" userId="20fdb51555c71938" providerId="LiveId" clId="{2AE70C85-3736-4998-B05D-A128C209D80F}" dt="2025-11-01T10:18:32.986" v="185" actId="14100"/>
          <ac:graphicFrameMkLst>
            <pc:docMk/>
            <pc:sldMk cId="3301137457" sldId="290"/>
            <ac:graphicFrameMk id="4" creationId="{853ECEBC-D28E-8AC4-1468-8979A0CC4EE1}"/>
          </ac:graphicFrameMkLst>
        </pc:graphicFrameChg>
        <pc:picChg chg="add">
          <ac:chgData name="Divya A" userId="20fdb51555c71938" providerId="LiveId" clId="{2AE70C85-3736-4998-B05D-A128C209D80F}" dt="2025-10-31T10:27:36.177" v="0"/>
          <ac:picMkLst>
            <pc:docMk/>
            <pc:sldMk cId="3301137457" sldId="290"/>
            <ac:picMk id="3" creationId="{DEF2D1F5-E3A0-754A-2600-8318C290703F}"/>
          </ac:picMkLst>
        </pc:picChg>
      </pc:sldChg>
      <pc:sldChg chg="modSp mod">
        <pc:chgData name="Divya A" userId="20fdb51555c71938" providerId="LiveId" clId="{2AE70C85-3736-4998-B05D-A128C209D80F}" dt="2025-11-01T11:03:24.967" v="225" actId="207"/>
        <pc:sldMkLst>
          <pc:docMk/>
          <pc:sldMk cId="4222614943" sldId="291"/>
        </pc:sldMkLst>
        <pc:spChg chg="mod">
          <ac:chgData name="Divya A" userId="20fdb51555c71938" providerId="LiveId" clId="{2AE70C85-3736-4998-B05D-A128C209D80F}" dt="2025-11-01T11:03:24.967" v="225" actId="207"/>
          <ac:spMkLst>
            <pc:docMk/>
            <pc:sldMk cId="4222614943" sldId="291"/>
            <ac:spMk id="2" creationId="{232FE4FC-E28E-57A6-0E2D-23169068DF1E}"/>
          </ac:spMkLst>
        </pc:spChg>
      </pc:sldChg>
      <pc:sldChg chg="modSp mod">
        <pc:chgData name="Divya A" userId="20fdb51555c71938" providerId="LiveId" clId="{2AE70C85-3736-4998-B05D-A128C209D80F}" dt="2025-11-01T11:03:19.216" v="224" actId="207"/>
        <pc:sldMkLst>
          <pc:docMk/>
          <pc:sldMk cId="114433754" sldId="292"/>
        </pc:sldMkLst>
        <pc:spChg chg="mod">
          <ac:chgData name="Divya A" userId="20fdb51555c71938" providerId="LiveId" clId="{2AE70C85-3736-4998-B05D-A128C209D80F}" dt="2025-11-01T11:03:19.216" v="224" actId="207"/>
          <ac:spMkLst>
            <pc:docMk/>
            <pc:sldMk cId="114433754" sldId="292"/>
            <ac:spMk id="2" creationId="{B8BCFB24-3D3F-889A-98C9-AFD43451A8A5}"/>
          </ac:spMkLst>
        </pc:spChg>
      </pc:sldChg>
      <pc:sldChg chg="addSp new del">
        <pc:chgData name="Divya A" userId="20fdb51555c71938" providerId="LiveId" clId="{2AE70C85-3736-4998-B05D-A128C209D80F}" dt="2025-10-31T10:27:58.937" v="4" actId="47"/>
        <pc:sldMkLst>
          <pc:docMk/>
          <pc:sldMk cId="2525430077" sldId="293"/>
        </pc:sldMkLst>
        <pc:picChg chg="add">
          <ac:chgData name="Divya A" userId="20fdb51555c71938" providerId="LiveId" clId="{2AE70C85-3736-4998-B05D-A128C209D80F}" dt="2025-10-31T10:27:46.585" v="2"/>
          <ac:picMkLst>
            <pc:docMk/>
            <pc:sldMk cId="2525430077" sldId="293"/>
            <ac:picMk id="4" creationId="{F52CF9C8-E948-9A79-B011-5D6A4593A2A1}"/>
          </ac:picMkLst>
        </pc:picChg>
      </pc:sldChg>
      <pc:sldChg chg="add ord">
        <pc:chgData name="Divya A" userId="20fdb51555c71938" providerId="LiveId" clId="{2AE70C85-3736-4998-B05D-A128C209D80F}" dt="2025-11-01T10:22:26.790" v="192"/>
        <pc:sldMkLst>
          <pc:docMk/>
          <pc:sldMk cId="0" sldId="312"/>
        </pc:sldMkLst>
      </pc:sldChg>
      <pc:sldChg chg="modSp add mod">
        <pc:chgData name="Divya A" userId="20fdb51555c71938" providerId="LiveId" clId="{2AE70C85-3736-4998-B05D-A128C209D80F}" dt="2025-11-01T08:18:57.286" v="86" actId="255"/>
        <pc:sldMkLst>
          <pc:docMk/>
          <pc:sldMk cId="623314768" sldId="313"/>
        </pc:sldMkLst>
        <pc:spChg chg="mod">
          <ac:chgData name="Divya A" userId="20fdb51555c71938" providerId="LiveId" clId="{2AE70C85-3736-4998-B05D-A128C209D80F}" dt="2025-11-01T08:18:57.286" v="86" actId="255"/>
          <ac:spMkLst>
            <pc:docMk/>
            <pc:sldMk cId="623314768" sldId="313"/>
            <ac:spMk id="5" creationId="{6F84AE1C-76DD-ABE5-32AB-40588798AA10}"/>
          </ac:spMkLst>
        </pc:spChg>
      </pc:sldChg>
      <pc:sldChg chg="addSp delSp modSp new del mod">
        <pc:chgData name="Divya A" userId="20fdb51555c71938" providerId="LiveId" clId="{2AE70C85-3736-4998-B05D-A128C209D80F}" dt="2025-11-01T08:17:26.636" v="65" actId="2696"/>
        <pc:sldMkLst>
          <pc:docMk/>
          <pc:sldMk cId="1148987120" sldId="313"/>
        </pc:sldMkLst>
        <pc:spChg chg="del mod">
          <ac:chgData name="Divya A" userId="20fdb51555c71938" providerId="LiveId" clId="{2AE70C85-3736-4998-B05D-A128C209D80F}" dt="2025-11-01T07:52:36.724" v="35" actId="478"/>
          <ac:spMkLst>
            <pc:docMk/>
            <pc:sldMk cId="1148987120" sldId="313"/>
            <ac:spMk id="2" creationId="{376FDEE2-8BA5-8667-E626-A806B82A2838}"/>
          </ac:spMkLst>
        </pc:spChg>
        <pc:spChg chg="del mod">
          <ac:chgData name="Divya A" userId="20fdb51555c71938" providerId="LiveId" clId="{2AE70C85-3736-4998-B05D-A128C209D80F}" dt="2025-11-01T07:52:32.200" v="33" actId="478"/>
          <ac:spMkLst>
            <pc:docMk/>
            <pc:sldMk cId="1148987120" sldId="313"/>
            <ac:spMk id="3" creationId="{54CB1713-AF1C-F4CE-AD45-41EA896226A5}"/>
          </ac:spMkLst>
        </pc:spChg>
        <pc:spChg chg="add mod">
          <ac:chgData name="Divya A" userId="20fdb51555c71938" providerId="LiveId" clId="{2AE70C85-3736-4998-B05D-A128C209D80F}" dt="2025-11-01T07:53:13.548" v="38" actId="20577"/>
          <ac:spMkLst>
            <pc:docMk/>
            <pc:sldMk cId="1148987120" sldId="313"/>
            <ac:spMk id="5" creationId="{6F84AE1C-76DD-ABE5-32AB-40588798AA10}"/>
          </ac:spMkLst>
        </pc:spChg>
      </pc:sldChg>
      <pc:sldChg chg="modSp new mod">
        <pc:chgData name="Divya A" userId="20fdb51555c71938" providerId="LiveId" clId="{2AE70C85-3736-4998-B05D-A128C209D80F}" dt="2025-11-01T11:02:32.111" v="217" actId="20577"/>
        <pc:sldMkLst>
          <pc:docMk/>
          <pc:sldMk cId="2797429799" sldId="314"/>
        </pc:sldMkLst>
        <pc:spChg chg="mod">
          <ac:chgData name="Divya A" userId="20fdb51555c71938" providerId="LiveId" clId="{2AE70C85-3736-4998-B05D-A128C209D80F}" dt="2025-11-01T08:13:59.755" v="47" actId="14100"/>
          <ac:spMkLst>
            <pc:docMk/>
            <pc:sldMk cId="2797429799" sldId="314"/>
            <ac:spMk id="2" creationId="{0290A6D8-09EB-C655-3E3B-38F56D5C7379}"/>
          </ac:spMkLst>
        </pc:spChg>
        <pc:spChg chg="mod">
          <ac:chgData name="Divya A" userId="20fdb51555c71938" providerId="LiveId" clId="{2AE70C85-3736-4998-B05D-A128C209D80F}" dt="2025-11-01T11:02:32.111" v="217" actId="20577"/>
          <ac:spMkLst>
            <pc:docMk/>
            <pc:sldMk cId="2797429799" sldId="314"/>
            <ac:spMk id="3" creationId="{8C22919E-CB9B-0B2B-BDD9-8FAF2D4F69E9}"/>
          </ac:spMkLst>
        </pc:spChg>
      </pc:sldChg>
      <pc:sldChg chg="addSp delSp modSp new mod">
        <pc:chgData name="Divya A" userId="20fdb51555c71938" providerId="LiveId" clId="{2AE70C85-3736-4998-B05D-A128C209D80F}" dt="2025-11-01T11:02:51.287" v="218" actId="207"/>
        <pc:sldMkLst>
          <pc:docMk/>
          <pc:sldMk cId="1817505135" sldId="315"/>
        </pc:sldMkLst>
        <pc:spChg chg="del mod">
          <ac:chgData name="Divya A" userId="20fdb51555c71938" providerId="LiveId" clId="{2AE70C85-3736-4998-B05D-A128C209D80F}" dt="2025-11-01T08:21:22.407" v="93" actId="478"/>
          <ac:spMkLst>
            <pc:docMk/>
            <pc:sldMk cId="1817505135" sldId="315"/>
            <ac:spMk id="2" creationId="{ADFF4FED-45E6-C7B2-C7A3-BE0E93E64436}"/>
          </ac:spMkLst>
        </pc:spChg>
        <pc:spChg chg="del mod">
          <ac:chgData name="Divya A" userId="20fdb51555c71938" providerId="LiveId" clId="{2AE70C85-3736-4998-B05D-A128C209D80F}" dt="2025-11-01T08:21:27.117" v="95" actId="478"/>
          <ac:spMkLst>
            <pc:docMk/>
            <pc:sldMk cId="1817505135" sldId="315"/>
            <ac:spMk id="3" creationId="{C4C0BBE9-755A-E69C-D401-8A13598C3DC0}"/>
          </ac:spMkLst>
        </pc:spChg>
        <pc:spChg chg="add mod">
          <ac:chgData name="Divya A" userId="20fdb51555c71938" providerId="LiveId" clId="{2AE70C85-3736-4998-B05D-A128C209D80F}" dt="2025-11-01T11:02:51.287" v="218" actId="207"/>
          <ac:spMkLst>
            <pc:docMk/>
            <pc:sldMk cId="1817505135" sldId="315"/>
            <ac:spMk id="5" creationId="{CF5A0CD4-B3D7-B271-BA39-08F0A538F878}"/>
          </ac:spMkLst>
        </pc:spChg>
      </pc:sldChg>
      <pc:sldChg chg="delSp modSp new mod">
        <pc:chgData name="Divya A" userId="20fdb51555c71938" providerId="LiveId" clId="{2AE70C85-3736-4998-B05D-A128C209D80F}" dt="2025-11-01T11:02:59.520" v="221" actId="113"/>
        <pc:sldMkLst>
          <pc:docMk/>
          <pc:sldMk cId="895893409" sldId="316"/>
        </pc:sldMkLst>
        <pc:spChg chg="del mod">
          <ac:chgData name="Divya A" userId="20fdb51555c71938" providerId="LiveId" clId="{2AE70C85-3736-4998-B05D-A128C209D80F}" dt="2025-11-01T08:23:37.445" v="140" actId="478"/>
          <ac:spMkLst>
            <pc:docMk/>
            <pc:sldMk cId="895893409" sldId="316"/>
            <ac:spMk id="2" creationId="{A111D796-A298-3155-E345-9F8007E57045}"/>
          </ac:spMkLst>
        </pc:spChg>
        <pc:spChg chg="mod">
          <ac:chgData name="Divya A" userId="20fdb51555c71938" providerId="LiveId" clId="{2AE70C85-3736-4998-B05D-A128C209D80F}" dt="2025-11-01T11:02:59.520" v="221" actId="113"/>
          <ac:spMkLst>
            <pc:docMk/>
            <pc:sldMk cId="895893409" sldId="316"/>
            <ac:spMk id="3" creationId="{13D73E7E-E722-0BC9-0E96-B94656EA2E78}"/>
          </ac:spMkLst>
        </pc:spChg>
      </pc:sldChg>
      <pc:sldChg chg="modSp add mod modAnim">
        <pc:chgData name="Divya A" userId="20fdb51555c71938" providerId="LiveId" clId="{2AE70C85-3736-4998-B05D-A128C209D80F}" dt="2025-11-01T10:24:03.197" v="193"/>
        <pc:sldMkLst>
          <pc:docMk/>
          <pc:sldMk cId="0" sldId="317"/>
        </pc:sldMkLst>
        <pc:spChg chg="mod">
          <ac:chgData name="Divya A" userId="20fdb51555c71938" providerId="LiveId" clId="{2AE70C85-3736-4998-B05D-A128C209D80F}" dt="2025-11-01T09:49:27.969" v="167" actId="14100"/>
          <ac:spMkLst>
            <pc:docMk/>
            <pc:sldMk cId="0" sldId="317"/>
            <ac:spMk id="3" creationId="{00000000-0000-0000-0000-000000000000}"/>
          </ac:spMkLst>
        </pc:spChg>
      </pc:sldChg>
      <pc:sldChg chg="new del">
        <pc:chgData name="Divya A" userId="20fdb51555c71938" providerId="LiveId" clId="{2AE70C85-3736-4998-B05D-A128C209D80F}" dt="2025-11-01T08:59:35.181" v="165" actId="680"/>
        <pc:sldMkLst>
          <pc:docMk/>
          <pc:sldMk cId="2660173620" sldId="31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8A4D28-7A45-4565-8AD9-670F687CADDB}" type="doc">
      <dgm:prSet loTypeId="urn:microsoft.com/office/officeart/2005/8/layout/hList1" loCatId="list" qsTypeId="urn:microsoft.com/office/officeart/2005/8/quickstyle/simple3" qsCatId="simple" csTypeId="urn:microsoft.com/office/officeart/2005/8/colors/colorful4" csCatId="colorful" phldr="1"/>
      <dgm:spPr/>
      <dgm:t>
        <a:bodyPr/>
        <a:lstStyle/>
        <a:p>
          <a:endParaRPr lang="en-IN"/>
        </a:p>
      </dgm:t>
    </dgm:pt>
    <dgm:pt modelId="{EF34E071-9F33-4192-AF6C-134B1AC83039}">
      <dgm:prSet phldrT="[Text]"/>
      <dgm:spPr/>
      <dgm:t>
        <a:bodyPr/>
        <a:lstStyle/>
        <a:p>
          <a:r>
            <a:rPr lang="en-IN" b="1" dirty="0"/>
            <a:t>Salami Slicing</a:t>
          </a:r>
          <a:endParaRPr lang="en-IN" dirty="0"/>
        </a:p>
      </dgm:t>
    </dgm:pt>
    <dgm:pt modelId="{357D0DB2-7C38-43EC-81AA-BF1EF3A8DB00}" type="parTrans" cxnId="{B4569FF2-38C7-458F-B1B9-CD31A2628A78}">
      <dgm:prSet/>
      <dgm:spPr/>
      <dgm:t>
        <a:bodyPr/>
        <a:lstStyle/>
        <a:p>
          <a:endParaRPr lang="en-IN"/>
        </a:p>
      </dgm:t>
    </dgm:pt>
    <dgm:pt modelId="{E7A76288-96E4-49A9-B922-7FBFFAF3E720}" type="sibTrans" cxnId="{B4569FF2-38C7-458F-B1B9-CD31A2628A78}">
      <dgm:prSet/>
      <dgm:spPr/>
      <dgm:t>
        <a:bodyPr/>
        <a:lstStyle/>
        <a:p>
          <a:endParaRPr lang="en-IN"/>
        </a:p>
      </dgm:t>
    </dgm:pt>
    <dgm:pt modelId="{8F74009B-0B35-4E2F-9A5E-412C7C8BA404}">
      <dgm:prSet phldrT="[Text]"/>
      <dgm:spPr/>
      <dgm:t>
        <a:bodyPr/>
        <a:lstStyle/>
        <a:p>
          <a:pPr algn="l">
            <a:buSzPts val="1000"/>
            <a:buFont typeface="Symbol" panose="05050102010706020507" pitchFamily="18" charset="2"/>
            <a:buChar char=""/>
          </a:pPr>
          <a:r>
            <a:rPr lang="en-IN" dirty="0">
              <a:solidFill>
                <a:schemeClr val="tx1"/>
              </a:solidFill>
            </a:rPr>
            <a:t>Dividing a single study into several smaller publications, often</a:t>
          </a:r>
        </a:p>
      </dgm:t>
    </dgm:pt>
    <dgm:pt modelId="{B2D9B96D-9BBA-4BC8-9597-4026F73D519F}" type="parTrans" cxnId="{AF758406-5F8D-4DAD-9EE2-8294B3112969}">
      <dgm:prSet/>
      <dgm:spPr/>
      <dgm:t>
        <a:bodyPr/>
        <a:lstStyle/>
        <a:p>
          <a:endParaRPr lang="en-IN"/>
        </a:p>
      </dgm:t>
    </dgm:pt>
    <dgm:pt modelId="{31788768-B58B-4F91-B557-B721E441870C}" type="sibTrans" cxnId="{AF758406-5F8D-4DAD-9EE2-8294B3112969}">
      <dgm:prSet/>
      <dgm:spPr/>
      <dgm:t>
        <a:bodyPr/>
        <a:lstStyle/>
        <a:p>
          <a:endParaRPr lang="en-IN"/>
        </a:p>
      </dgm:t>
    </dgm:pt>
    <dgm:pt modelId="{2862F6AD-46CC-4EF4-BFF1-F902F1F6FBB5}">
      <dgm:prSet phldrT="[Text]"/>
      <dgm:spPr/>
      <dgm:t>
        <a:bodyPr/>
        <a:lstStyle/>
        <a:p>
          <a:r>
            <a:rPr lang="en-IN" b="1" dirty="0"/>
            <a:t>Overlapping publications </a:t>
          </a:r>
        </a:p>
      </dgm:t>
    </dgm:pt>
    <dgm:pt modelId="{E19E56F5-E59D-442D-97A5-E53709F9D75F}" type="parTrans" cxnId="{E71E7C20-3B5C-4DCF-8B15-F06FCF432CDE}">
      <dgm:prSet/>
      <dgm:spPr/>
      <dgm:t>
        <a:bodyPr/>
        <a:lstStyle/>
        <a:p>
          <a:endParaRPr lang="en-IN"/>
        </a:p>
      </dgm:t>
    </dgm:pt>
    <dgm:pt modelId="{9DD15D90-C53E-4845-8226-7B2A8139BF55}" type="sibTrans" cxnId="{E71E7C20-3B5C-4DCF-8B15-F06FCF432CDE}">
      <dgm:prSet/>
      <dgm:spPr/>
      <dgm:t>
        <a:bodyPr/>
        <a:lstStyle/>
        <a:p>
          <a:endParaRPr lang="en-IN"/>
        </a:p>
      </dgm:t>
    </dgm:pt>
    <dgm:pt modelId="{23514CC5-25D2-448B-B92B-4D0BA7353C4A}">
      <dgm:prSet phldrT="[Text]"/>
      <dgm:spPr/>
      <dgm:t>
        <a:bodyPr/>
        <a:lstStyle/>
        <a:p>
          <a:r>
            <a:rPr lang="en-IN" dirty="0">
              <a:solidFill>
                <a:schemeClr val="tx1"/>
              </a:solidFill>
            </a:rPr>
            <a:t>It involves the submission or publication of research work that shares significant portions of content with previously published work but also includes some new data or findings. </a:t>
          </a:r>
        </a:p>
      </dgm:t>
    </dgm:pt>
    <dgm:pt modelId="{B0A0A2AB-BBEE-480B-9D7D-52BDE5982507}" type="parTrans" cxnId="{A8FDC2F4-6CC6-44A2-BCAE-243E4B7ED2A8}">
      <dgm:prSet/>
      <dgm:spPr/>
      <dgm:t>
        <a:bodyPr/>
        <a:lstStyle/>
        <a:p>
          <a:endParaRPr lang="en-IN"/>
        </a:p>
      </dgm:t>
    </dgm:pt>
    <dgm:pt modelId="{F9EA39A4-2128-48EE-8D5A-B74E86EC2430}" type="sibTrans" cxnId="{A8FDC2F4-6CC6-44A2-BCAE-243E4B7ED2A8}">
      <dgm:prSet/>
      <dgm:spPr/>
      <dgm:t>
        <a:bodyPr/>
        <a:lstStyle/>
        <a:p>
          <a:endParaRPr lang="en-IN"/>
        </a:p>
      </dgm:t>
    </dgm:pt>
    <dgm:pt modelId="{DC6DD589-F3F7-4E4E-A201-5A1C53625E91}">
      <dgm:prSet/>
      <dgm:spPr/>
      <dgm:t>
        <a:bodyPr/>
        <a:lstStyle/>
        <a:p>
          <a:r>
            <a:rPr lang="en-IN" b="1"/>
            <a:t>Duplicate Publication</a:t>
          </a:r>
          <a:endParaRPr lang="en-IN"/>
        </a:p>
      </dgm:t>
    </dgm:pt>
    <dgm:pt modelId="{9EA07C23-4895-4772-BF26-A9FF627D8CAD}" type="parTrans" cxnId="{A15639EC-2219-447E-915B-105F29007020}">
      <dgm:prSet/>
      <dgm:spPr/>
      <dgm:t>
        <a:bodyPr/>
        <a:lstStyle/>
        <a:p>
          <a:endParaRPr lang="en-IN"/>
        </a:p>
      </dgm:t>
    </dgm:pt>
    <dgm:pt modelId="{A66E515F-DC24-4343-A0B5-2CCB0B191503}" type="sibTrans" cxnId="{A15639EC-2219-447E-915B-105F29007020}">
      <dgm:prSet/>
      <dgm:spPr/>
      <dgm:t>
        <a:bodyPr/>
        <a:lstStyle/>
        <a:p>
          <a:endParaRPr lang="en-IN"/>
        </a:p>
      </dgm:t>
    </dgm:pt>
    <dgm:pt modelId="{BFCF9C11-E9D9-46FD-BCAA-43376071DD34}">
      <dgm:prSet/>
      <dgm:spPr/>
      <dgm:t>
        <a:bodyPr/>
        <a:lstStyle/>
        <a:p>
          <a:pPr>
            <a:buSzPts val="1000"/>
            <a:buFont typeface="Arial" panose="020B0604020202020204" pitchFamily="34" charset="0"/>
            <a:buChar char="•"/>
          </a:pPr>
          <a:r>
            <a:rPr lang="en-IN" dirty="0">
              <a:solidFill>
                <a:schemeClr val="tx1"/>
              </a:solidFill>
            </a:rPr>
            <a:t>Submitting the same manuscript or research findings to multiple journals simultaneously.</a:t>
          </a:r>
        </a:p>
      </dgm:t>
    </dgm:pt>
    <dgm:pt modelId="{21A4F847-8D8A-4BF0-A1E5-540CD1A09DAC}" type="parTrans" cxnId="{90E3BC00-30F1-407C-9805-49EDEEF7D957}">
      <dgm:prSet/>
      <dgm:spPr/>
      <dgm:t>
        <a:bodyPr/>
        <a:lstStyle/>
        <a:p>
          <a:endParaRPr lang="en-IN"/>
        </a:p>
      </dgm:t>
    </dgm:pt>
    <dgm:pt modelId="{D1DA04D1-D274-4BD6-8654-23EF990F6468}" type="sibTrans" cxnId="{90E3BC00-30F1-407C-9805-49EDEEF7D957}">
      <dgm:prSet/>
      <dgm:spPr/>
      <dgm:t>
        <a:bodyPr/>
        <a:lstStyle/>
        <a:p>
          <a:endParaRPr lang="en-IN"/>
        </a:p>
      </dgm:t>
    </dgm:pt>
    <dgm:pt modelId="{B504E7B5-2F7D-41BF-8D44-5C13A05088C7}">
      <dgm:prSet/>
      <dgm:spPr/>
      <dgm:t>
        <a:bodyPr/>
        <a:lstStyle/>
        <a:p>
          <a:r>
            <a:rPr lang="en-IN" dirty="0">
              <a:solidFill>
                <a:schemeClr val="tx1"/>
              </a:solidFill>
            </a:rPr>
            <a:t>Failure to mention prior publication(s) can lead to self-plagiarism and a lack of transparency.</a:t>
          </a:r>
        </a:p>
      </dgm:t>
    </dgm:pt>
    <dgm:pt modelId="{5BDE534B-F197-43DD-8B22-3B5FFF76038C}" type="parTrans" cxnId="{03D3D70E-B667-4CA1-A7A9-09D27C7793BB}">
      <dgm:prSet/>
      <dgm:spPr/>
      <dgm:t>
        <a:bodyPr/>
        <a:lstStyle/>
        <a:p>
          <a:endParaRPr lang="en-IN"/>
        </a:p>
      </dgm:t>
    </dgm:pt>
    <dgm:pt modelId="{33F58D8B-F998-4441-A33D-036AA217D955}" type="sibTrans" cxnId="{03D3D70E-B667-4CA1-A7A9-09D27C7793BB}">
      <dgm:prSet/>
      <dgm:spPr/>
      <dgm:t>
        <a:bodyPr/>
        <a:lstStyle/>
        <a:p>
          <a:endParaRPr lang="en-IN"/>
        </a:p>
      </dgm:t>
    </dgm:pt>
    <dgm:pt modelId="{AE7B71B5-136B-42EC-AA66-F6F0C9D6CBDD}">
      <dgm:prSet/>
      <dgm:spPr/>
      <dgm:t>
        <a:bodyPr/>
        <a:lstStyle/>
        <a:p>
          <a:pPr algn="l"/>
          <a:r>
            <a:rPr lang="en-IN" dirty="0">
              <a:solidFill>
                <a:schemeClr val="tx1"/>
              </a:solidFill>
            </a:rPr>
            <a:t>Fragmented publication may mislead readers about the true significance of the research.</a:t>
          </a:r>
        </a:p>
      </dgm:t>
    </dgm:pt>
    <dgm:pt modelId="{0D250E88-4C57-4EC8-A023-EFBE3FFDD9E2}" type="parTrans" cxnId="{50590BA1-7931-4934-86F8-1BEB82E787FC}">
      <dgm:prSet/>
      <dgm:spPr/>
      <dgm:t>
        <a:bodyPr/>
        <a:lstStyle/>
        <a:p>
          <a:endParaRPr lang="en-IN"/>
        </a:p>
      </dgm:t>
    </dgm:pt>
    <dgm:pt modelId="{2E40CC53-D7DB-4C55-B0BE-489238BC065C}" type="sibTrans" cxnId="{50590BA1-7931-4934-86F8-1BEB82E787FC}">
      <dgm:prSet/>
      <dgm:spPr/>
      <dgm:t>
        <a:bodyPr/>
        <a:lstStyle/>
        <a:p>
          <a:endParaRPr lang="en-IN"/>
        </a:p>
      </dgm:t>
    </dgm:pt>
    <dgm:pt modelId="{3182E773-4A63-4FE8-991C-2505A575F80F}">
      <dgm:prSet phldrT="[Text]"/>
      <dgm:spPr/>
      <dgm:t>
        <a:bodyPr/>
        <a:lstStyle/>
        <a:p>
          <a:r>
            <a:rPr lang="en-IN" dirty="0">
              <a:solidFill>
                <a:schemeClr val="tx1"/>
              </a:solidFill>
            </a:rPr>
            <a:t>Unlike duplicate publications, the overlap is partial but still raises ethical concerns.</a:t>
          </a:r>
        </a:p>
      </dgm:t>
    </dgm:pt>
    <dgm:pt modelId="{87306963-E9A9-4290-B9A8-97B44E75D663}" type="parTrans" cxnId="{528B5863-716B-4DF3-931F-758A60E4466E}">
      <dgm:prSet/>
      <dgm:spPr/>
      <dgm:t>
        <a:bodyPr/>
        <a:lstStyle/>
        <a:p>
          <a:endParaRPr lang="en-IN"/>
        </a:p>
      </dgm:t>
    </dgm:pt>
    <dgm:pt modelId="{5ADFC329-21D5-403B-B0F4-C81B1CE7A792}" type="sibTrans" cxnId="{528B5863-716B-4DF3-931F-758A60E4466E}">
      <dgm:prSet/>
      <dgm:spPr/>
      <dgm:t>
        <a:bodyPr/>
        <a:lstStyle/>
        <a:p>
          <a:endParaRPr lang="en-IN"/>
        </a:p>
      </dgm:t>
    </dgm:pt>
    <dgm:pt modelId="{67251FFA-A282-404E-853F-9E41A6E4FCA9}">
      <dgm:prSet phldrT="[Text]"/>
      <dgm:spPr/>
      <dgm:t>
        <a:bodyPr/>
        <a:lstStyle/>
        <a:p>
          <a:pPr algn="l">
            <a:buSzPts val="1000"/>
            <a:buFont typeface="Symbol" panose="05050102010706020507" pitchFamily="18" charset="2"/>
            <a:buNone/>
          </a:pPr>
          <a:r>
            <a:rPr lang="en-IN" dirty="0">
              <a:solidFill>
                <a:schemeClr val="tx1"/>
              </a:solidFill>
            </a:rPr>
            <a:t>    reporting on different aspects of the same data.</a:t>
          </a:r>
        </a:p>
      </dgm:t>
    </dgm:pt>
    <dgm:pt modelId="{81EDC43C-B91E-49ED-915E-6185BF77CE81}" type="parTrans" cxnId="{46A7F191-E3B2-43B3-93F4-34EC8E0123B0}">
      <dgm:prSet/>
      <dgm:spPr/>
      <dgm:t>
        <a:bodyPr/>
        <a:lstStyle/>
        <a:p>
          <a:endParaRPr lang="en-IN"/>
        </a:p>
      </dgm:t>
    </dgm:pt>
    <dgm:pt modelId="{AE11B56F-8745-4237-A846-745B96C12B0C}" type="sibTrans" cxnId="{46A7F191-E3B2-43B3-93F4-34EC8E0123B0}">
      <dgm:prSet/>
      <dgm:spPr/>
      <dgm:t>
        <a:bodyPr/>
        <a:lstStyle/>
        <a:p>
          <a:endParaRPr lang="en-IN"/>
        </a:p>
      </dgm:t>
    </dgm:pt>
    <dgm:pt modelId="{FEB04FD3-F97D-4A9E-9D96-1037F3AC125D}" type="pres">
      <dgm:prSet presAssocID="{6C8A4D28-7A45-4565-8AD9-670F687CADDB}" presName="Name0" presStyleCnt="0">
        <dgm:presLayoutVars>
          <dgm:dir/>
          <dgm:animLvl val="lvl"/>
          <dgm:resizeHandles val="exact"/>
        </dgm:presLayoutVars>
      </dgm:prSet>
      <dgm:spPr/>
    </dgm:pt>
    <dgm:pt modelId="{881AEEB6-BF66-4C29-B241-AE48D0E39519}" type="pres">
      <dgm:prSet presAssocID="{DC6DD589-F3F7-4E4E-A201-5A1C53625E91}" presName="composite" presStyleCnt="0"/>
      <dgm:spPr/>
    </dgm:pt>
    <dgm:pt modelId="{B1A35D96-4417-4BE5-A537-C630A65CA88E}" type="pres">
      <dgm:prSet presAssocID="{DC6DD589-F3F7-4E4E-A201-5A1C53625E91}" presName="parTx" presStyleLbl="alignNode1" presStyleIdx="0" presStyleCnt="3">
        <dgm:presLayoutVars>
          <dgm:chMax val="0"/>
          <dgm:chPref val="0"/>
          <dgm:bulletEnabled val="1"/>
        </dgm:presLayoutVars>
      </dgm:prSet>
      <dgm:spPr/>
    </dgm:pt>
    <dgm:pt modelId="{D078EC91-5F70-4998-85A6-14C1A7690E67}" type="pres">
      <dgm:prSet presAssocID="{DC6DD589-F3F7-4E4E-A201-5A1C53625E91}" presName="desTx" presStyleLbl="alignAccFollowNode1" presStyleIdx="0" presStyleCnt="3">
        <dgm:presLayoutVars>
          <dgm:bulletEnabled val="1"/>
        </dgm:presLayoutVars>
      </dgm:prSet>
      <dgm:spPr/>
    </dgm:pt>
    <dgm:pt modelId="{6DCC29C9-FB9A-4CBF-A801-3DE989A9F450}" type="pres">
      <dgm:prSet presAssocID="{A66E515F-DC24-4343-A0B5-2CCB0B191503}" presName="space" presStyleCnt="0"/>
      <dgm:spPr/>
    </dgm:pt>
    <dgm:pt modelId="{FF9E6FCF-1A9D-4D3E-96C2-9B8FB753AC6D}" type="pres">
      <dgm:prSet presAssocID="{EF34E071-9F33-4192-AF6C-134B1AC83039}" presName="composite" presStyleCnt="0"/>
      <dgm:spPr/>
    </dgm:pt>
    <dgm:pt modelId="{D2B0FD9F-E323-471E-ABCC-BA8B12BAD800}" type="pres">
      <dgm:prSet presAssocID="{EF34E071-9F33-4192-AF6C-134B1AC83039}" presName="parTx" presStyleLbl="alignNode1" presStyleIdx="1" presStyleCnt="3">
        <dgm:presLayoutVars>
          <dgm:chMax val="0"/>
          <dgm:chPref val="0"/>
          <dgm:bulletEnabled val="1"/>
        </dgm:presLayoutVars>
      </dgm:prSet>
      <dgm:spPr/>
    </dgm:pt>
    <dgm:pt modelId="{D0B3F69F-267C-4435-B504-738354F997F3}" type="pres">
      <dgm:prSet presAssocID="{EF34E071-9F33-4192-AF6C-134B1AC83039}" presName="desTx" presStyleLbl="alignAccFollowNode1" presStyleIdx="1" presStyleCnt="3">
        <dgm:presLayoutVars>
          <dgm:bulletEnabled val="1"/>
        </dgm:presLayoutVars>
      </dgm:prSet>
      <dgm:spPr/>
    </dgm:pt>
    <dgm:pt modelId="{ABC8F682-C7B2-48ED-AE29-D54AE9395F96}" type="pres">
      <dgm:prSet presAssocID="{E7A76288-96E4-49A9-B922-7FBFFAF3E720}" presName="space" presStyleCnt="0"/>
      <dgm:spPr/>
    </dgm:pt>
    <dgm:pt modelId="{E996975A-B297-4DDE-BBF3-49D248BEA6D2}" type="pres">
      <dgm:prSet presAssocID="{2862F6AD-46CC-4EF4-BFF1-F902F1F6FBB5}" presName="composite" presStyleCnt="0"/>
      <dgm:spPr/>
    </dgm:pt>
    <dgm:pt modelId="{5C2DE9B5-615F-41C1-A994-55B8A944200B}" type="pres">
      <dgm:prSet presAssocID="{2862F6AD-46CC-4EF4-BFF1-F902F1F6FBB5}" presName="parTx" presStyleLbl="alignNode1" presStyleIdx="2" presStyleCnt="3">
        <dgm:presLayoutVars>
          <dgm:chMax val="0"/>
          <dgm:chPref val="0"/>
          <dgm:bulletEnabled val="1"/>
        </dgm:presLayoutVars>
      </dgm:prSet>
      <dgm:spPr/>
    </dgm:pt>
    <dgm:pt modelId="{28B3A90A-9217-4482-A75E-E588D9AFEBDA}" type="pres">
      <dgm:prSet presAssocID="{2862F6AD-46CC-4EF4-BFF1-F902F1F6FBB5}" presName="desTx" presStyleLbl="alignAccFollowNode1" presStyleIdx="2" presStyleCnt="3">
        <dgm:presLayoutVars>
          <dgm:bulletEnabled val="1"/>
        </dgm:presLayoutVars>
      </dgm:prSet>
      <dgm:spPr/>
    </dgm:pt>
  </dgm:ptLst>
  <dgm:cxnLst>
    <dgm:cxn modelId="{90E3BC00-30F1-407C-9805-49EDEEF7D957}" srcId="{DC6DD589-F3F7-4E4E-A201-5A1C53625E91}" destId="{BFCF9C11-E9D9-46FD-BCAA-43376071DD34}" srcOrd="0" destOrd="0" parTransId="{21A4F847-8D8A-4BF0-A1E5-540CD1A09DAC}" sibTransId="{D1DA04D1-D274-4BD6-8654-23EF990F6468}"/>
    <dgm:cxn modelId="{AF758406-5F8D-4DAD-9EE2-8294B3112969}" srcId="{EF34E071-9F33-4192-AF6C-134B1AC83039}" destId="{8F74009B-0B35-4E2F-9A5E-412C7C8BA404}" srcOrd="0" destOrd="0" parTransId="{B2D9B96D-9BBA-4BC8-9597-4026F73D519F}" sibTransId="{31788768-B58B-4F91-B557-B721E441870C}"/>
    <dgm:cxn modelId="{50D44608-5808-44A8-993A-A8AC3571463A}" type="presOf" srcId="{67251FFA-A282-404E-853F-9E41A6E4FCA9}" destId="{D0B3F69F-267C-4435-B504-738354F997F3}" srcOrd="0" destOrd="1" presId="urn:microsoft.com/office/officeart/2005/8/layout/hList1"/>
    <dgm:cxn modelId="{03D3D70E-B667-4CA1-A7A9-09D27C7793BB}" srcId="{DC6DD589-F3F7-4E4E-A201-5A1C53625E91}" destId="{B504E7B5-2F7D-41BF-8D44-5C13A05088C7}" srcOrd="1" destOrd="0" parTransId="{5BDE534B-F197-43DD-8B22-3B5FFF76038C}" sibTransId="{33F58D8B-F998-4441-A33D-036AA217D955}"/>
    <dgm:cxn modelId="{E71E7C20-3B5C-4DCF-8B15-F06FCF432CDE}" srcId="{6C8A4D28-7A45-4565-8AD9-670F687CADDB}" destId="{2862F6AD-46CC-4EF4-BFF1-F902F1F6FBB5}" srcOrd="2" destOrd="0" parTransId="{E19E56F5-E59D-442D-97A5-E53709F9D75F}" sibTransId="{9DD15D90-C53E-4845-8226-7B2A8139BF55}"/>
    <dgm:cxn modelId="{4938C160-D5F7-4A06-B5C9-1DE1DEC7F92F}" type="presOf" srcId="{6C8A4D28-7A45-4565-8AD9-670F687CADDB}" destId="{FEB04FD3-F97D-4A9E-9D96-1037F3AC125D}" srcOrd="0" destOrd="0" presId="urn:microsoft.com/office/officeart/2005/8/layout/hList1"/>
    <dgm:cxn modelId="{528B5863-716B-4DF3-931F-758A60E4466E}" srcId="{2862F6AD-46CC-4EF4-BFF1-F902F1F6FBB5}" destId="{3182E773-4A63-4FE8-991C-2505A575F80F}" srcOrd="1" destOrd="0" parTransId="{87306963-E9A9-4290-B9A8-97B44E75D663}" sibTransId="{5ADFC329-21D5-403B-B0F4-C81B1CE7A792}"/>
    <dgm:cxn modelId="{E862494D-7387-49E1-B390-A8B358337F70}" type="presOf" srcId="{2862F6AD-46CC-4EF4-BFF1-F902F1F6FBB5}" destId="{5C2DE9B5-615F-41C1-A994-55B8A944200B}" srcOrd="0" destOrd="0" presId="urn:microsoft.com/office/officeart/2005/8/layout/hList1"/>
    <dgm:cxn modelId="{BFCE8686-CEE2-440E-B1C8-73FF7D4736BE}" type="presOf" srcId="{B504E7B5-2F7D-41BF-8D44-5C13A05088C7}" destId="{D078EC91-5F70-4998-85A6-14C1A7690E67}" srcOrd="0" destOrd="1" presId="urn:microsoft.com/office/officeart/2005/8/layout/hList1"/>
    <dgm:cxn modelId="{46A7F191-E3B2-43B3-93F4-34EC8E0123B0}" srcId="{EF34E071-9F33-4192-AF6C-134B1AC83039}" destId="{67251FFA-A282-404E-853F-9E41A6E4FCA9}" srcOrd="1" destOrd="0" parTransId="{81EDC43C-B91E-49ED-915E-6185BF77CE81}" sibTransId="{AE11B56F-8745-4237-A846-745B96C12B0C}"/>
    <dgm:cxn modelId="{50590BA1-7931-4934-86F8-1BEB82E787FC}" srcId="{EF34E071-9F33-4192-AF6C-134B1AC83039}" destId="{AE7B71B5-136B-42EC-AA66-F6F0C9D6CBDD}" srcOrd="2" destOrd="0" parTransId="{0D250E88-4C57-4EC8-A023-EFBE3FFDD9E2}" sibTransId="{2E40CC53-D7DB-4C55-B0BE-489238BC065C}"/>
    <dgm:cxn modelId="{0AB7EBA1-599E-4203-97B3-6513AA72CBE1}" type="presOf" srcId="{EF34E071-9F33-4192-AF6C-134B1AC83039}" destId="{D2B0FD9F-E323-471E-ABCC-BA8B12BAD800}" srcOrd="0" destOrd="0" presId="urn:microsoft.com/office/officeart/2005/8/layout/hList1"/>
    <dgm:cxn modelId="{788A26A3-1962-41EA-8898-9932E5081925}" type="presOf" srcId="{8F74009B-0B35-4E2F-9A5E-412C7C8BA404}" destId="{D0B3F69F-267C-4435-B504-738354F997F3}" srcOrd="0" destOrd="0" presId="urn:microsoft.com/office/officeart/2005/8/layout/hList1"/>
    <dgm:cxn modelId="{94F655A7-FC2D-40FA-A82B-F324EF8F0FF0}" type="presOf" srcId="{3182E773-4A63-4FE8-991C-2505A575F80F}" destId="{28B3A90A-9217-4482-A75E-E588D9AFEBDA}" srcOrd="0" destOrd="1" presId="urn:microsoft.com/office/officeart/2005/8/layout/hList1"/>
    <dgm:cxn modelId="{554769B4-662E-4D58-AA69-197C2FD3F43E}" type="presOf" srcId="{BFCF9C11-E9D9-46FD-BCAA-43376071DD34}" destId="{D078EC91-5F70-4998-85A6-14C1A7690E67}" srcOrd="0" destOrd="0" presId="urn:microsoft.com/office/officeart/2005/8/layout/hList1"/>
    <dgm:cxn modelId="{54CB99B5-1306-4DFD-8825-E3F02F5ADF1E}" type="presOf" srcId="{23514CC5-25D2-448B-B92B-4D0BA7353C4A}" destId="{28B3A90A-9217-4482-A75E-E588D9AFEBDA}" srcOrd="0" destOrd="0" presId="urn:microsoft.com/office/officeart/2005/8/layout/hList1"/>
    <dgm:cxn modelId="{F2622BC0-E0D4-43A2-B687-BB3FE04BDA76}" type="presOf" srcId="{DC6DD589-F3F7-4E4E-A201-5A1C53625E91}" destId="{B1A35D96-4417-4BE5-A537-C630A65CA88E}" srcOrd="0" destOrd="0" presId="urn:microsoft.com/office/officeart/2005/8/layout/hList1"/>
    <dgm:cxn modelId="{A15639EC-2219-447E-915B-105F29007020}" srcId="{6C8A4D28-7A45-4565-8AD9-670F687CADDB}" destId="{DC6DD589-F3F7-4E4E-A201-5A1C53625E91}" srcOrd="0" destOrd="0" parTransId="{9EA07C23-4895-4772-BF26-A9FF627D8CAD}" sibTransId="{A66E515F-DC24-4343-A0B5-2CCB0B191503}"/>
    <dgm:cxn modelId="{264E4CEF-0DA9-4DD8-AA70-0BE447C8CEB6}" type="presOf" srcId="{AE7B71B5-136B-42EC-AA66-F6F0C9D6CBDD}" destId="{D0B3F69F-267C-4435-B504-738354F997F3}" srcOrd="0" destOrd="2" presId="urn:microsoft.com/office/officeart/2005/8/layout/hList1"/>
    <dgm:cxn modelId="{B4569FF2-38C7-458F-B1B9-CD31A2628A78}" srcId="{6C8A4D28-7A45-4565-8AD9-670F687CADDB}" destId="{EF34E071-9F33-4192-AF6C-134B1AC83039}" srcOrd="1" destOrd="0" parTransId="{357D0DB2-7C38-43EC-81AA-BF1EF3A8DB00}" sibTransId="{E7A76288-96E4-49A9-B922-7FBFFAF3E720}"/>
    <dgm:cxn modelId="{A8FDC2F4-6CC6-44A2-BCAE-243E4B7ED2A8}" srcId="{2862F6AD-46CC-4EF4-BFF1-F902F1F6FBB5}" destId="{23514CC5-25D2-448B-B92B-4D0BA7353C4A}" srcOrd="0" destOrd="0" parTransId="{B0A0A2AB-BBEE-480B-9D7D-52BDE5982507}" sibTransId="{F9EA39A4-2128-48EE-8D5A-B74E86EC2430}"/>
    <dgm:cxn modelId="{A2F83915-E605-416F-9FF2-AC36D46BEA04}" type="presParOf" srcId="{FEB04FD3-F97D-4A9E-9D96-1037F3AC125D}" destId="{881AEEB6-BF66-4C29-B241-AE48D0E39519}" srcOrd="0" destOrd="0" presId="urn:microsoft.com/office/officeart/2005/8/layout/hList1"/>
    <dgm:cxn modelId="{07068D52-518D-46BB-810B-5F88BED9787E}" type="presParOf" srcId="{881AEEB6-BF66-4C29-B241-AE48D0E39519}" destId="{B1A35D96-4417-4BE5-A537-C630A65CA88E}" srcOrd="0" destOrd="0" presId="urn:microsoft.com/office/officeart/2005/8/layout/hList1"/>
    <dgm:cxn modelId="{E933176F-EA86-4AF8-8FE7-001641296ADD}" type="presParOf" srcId="{881AEEB6-BF66-4C29-B241-AE48D0E39519}" destId="{D078EC91-5F70-4998-85A6-14C1A7690E67}" srcOrd="1" destOrd="0" presId="urn:microsoft.com/office/officeart/2005/8/layout/hList1"/>
    <dgm:cxn modelId="{0E711FC5-0BDC-4492-B7CD-400E7B9EE488}" type="presParOf" srcId="{FEB04FD3-F97D-4A9E-9D96-1037F3AC125D}" destId="{6DCC29C9-FB9A-4CBF-A801-3DE989A9F450}" srcOrd="1" destOrd="0" presId="urn:microsoft.com/office/officeart/2005/8/layout/hList1"/>
    <dgm:cxn modelId="{35975A66-0841-44FF-B44F-6DFCF478AA51}" type="presParOf" srcId="{FEB04FD3-F97D-4A9E-9D96-1037F3AC125D}" destId="{FF9E6FCF-1A9D-4D3E-96C2-9B8FB753AC6D}" srcOrd="2" destOrd="0" presId="urn:microsoft.com/office/officeart/2005/8/layout/hList1"/>
    <dgm:cxn modelId="{52FD1803-A318-4CBE-8ADE-021775AF275D}" type="presParOf" srcId="{FF9E6FCF-1A9D-4D3E-96C2-9B8FB753AC6D}" destId="{D2B0FD9F-E323-471E-ABCC-BA8B12BAD800}" srcOrd="0" destOrd="0" presId="urn:microsoft.com/office/officeart/2005/8/layout/hList1"/>
    <dgm:cxn modelId="{1C816741-775D-40ED-B46E-F60F04F6523E}" type="presParOf" srcId="{FF9E6FCF-1A9D-4D3E-96C2-9B8FB753AC6D}" destId="{D0B3F69F-267C-4435-B504-738354F997F3}" srcOrd="1" destOrd="0" presId="urn:microsoft.com/office/officeart/2005/8/layout/hList1"/>
    <dgm:cxn modelId="{66C18650-3531-4001-83F0-9395A9F83110}" type="presParOf" srcId="{FEB04FD3-F97D-4A9E-9D96-1037F3AC125D}" destId="{ABC8F682-C7B2-48ED-AE29-D54AE9395F96}" srcOrd="3" destOrd="0" presId="urn:microsoft.com/office/officeart/2005/8/layout/hList1"/>
    <dgm:cxn modelId="{8932D043-C528-43C1-8156-38B712BDE351}" type="presParOf" srcId="{FEB04FD3-F97D-4A9E-9D96-1037F3AC125D}" destId="{E996975A-B297-4DDE-BBF3-49D248BEA6D2}" srcOrd="4" destOrd="0" presId="urn:microsoft.com/office/officeart/2005/8/layout/hList1"/>
    <dgm:cxn modelId="{D8782CAE-C476-457C-B3D2-39393D069487}" type="presParOf" srcId="{E996975A-B297-4DDE-BBF3-49D248BEA6D2}" destId="{5C2DE9B5-615F-41C1-A994-55B8A944200B}" srcOrd="0" destOrd="0" presId="urn:microsoft.com/office/officeart/2005/8/layout/hList1"/>
    <dgm:cxn modelId="{555DF074-9D3F-4544-ACCD-74085E0D77C2}" type="presParOf" srcId="{E996975A-B297-4DDE-BBF3-49D248BEA6D2}" destId="{28B3A90A-9217-4482-A75E-E588D9AFEBD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8AF611-3D9A-435B-BA55-19A827A38DE6}" type="doc">
      <dgm:prSet loTypeId="urn:microsoft.com/office/officeart/2005/8/layout/list1" loCatId="list" qsTypeId="urn:microsoft.com/office/officeart/2005/8/quickstyle/simple3" qsCatId="simple" csTypeId="urn:microsoft.com/office/officeart/2005/8/colors/colorful1" csCatId="colorful" phldr="1"/>
      <dgm:spPr/>
      <dgm:t>
        <a:bodyPr/>
        <a:lstStyle/>
        <a:p>
          <a:endParaRPr lang="en-IN"/>
        </a:p>
      </dgm:t>
    </dgm:pt>
    <dgm:pt modelId="{647EDE5D-176C-4C4E-818F-503E799FFBB2}">
      <dgm:prSet phldrT="[Text]" custT="1"/>
      <dgm:spPr/>
      <dgm:t>
        <a:bodyPr/>
        <a:lstStyle/>
        <a:p>
          <a:r>
            <a:rPr lang="en-IN" sz="2800" b="1" dirty="0">
              <a:effectLst/>
              <a:latin typeface="Times New Roman" panose="02020603050405020304" pitchFamily="18" charset="0"/>
              <a:ea typeface="Times New Roman" panose="02020603050405020304" pitchFamily="18" charset="0"/>
            </a:rPr>
            <a:t>Careful Planning</a:t>
          </a:r>
          <a:endParaRPr lang="en-IN" sz="2800" dirty="0"/>
        </a:p>
      </dgm:t>
    </dgm:pt>
    <dgm:pt modelId="{C08A4F0C-D1E6-4F48-9EC5-8A0AF8C36CC9}" type="parTrans" cxnId="{1D0277F1-A2A9-4354-B8F2-9695BF6D6FE2}">
      <dgm:prSet/>
      <dgm:spPr/>
      <dgm:t>
        <a:bodyPr/>
        <a:lstStyle/>
        <a:p>
          <a:endParaRPr lang="en-IN"/>
        </a:p>
      </dgm:t>
    </dgm:pt>
    <dgm:pt modelId="{00FFD6C9-0317-4316-A0AD-122BD3BC0D2D}" type="sibTrans" cxnId="{1D0277F1-A2A9-4354-B8F2-9695BF6D6FE2}">
      <dgm:prSet/>
      <dgm:spPr/>
      <dgm:t>
        <a:bodyPr/>
        <a:lstStyle/>
        <a:p>
          <a:endParaRPr lang="en-IN"/>
        </a:p>
      </dgm:t>
    </dgm:pt>
    <dgm:pt modelId="{70BF36A7-A094-4DA2-A895-C96DD1C4F592}">
      <dgm:prSet phldrT="[Text]" custT="1"/>
      <dgm:spPr/>
      <dgm:t>
        <a:bodyPr/>
        <a:lstStyle/>
        <a:p>
          <a:r>
            <a:rPr lang="en-IN" sz="2800" b="1" dirty="0">
              <a:effectLst/>
              <a:latin typeface="Times New Roman" panose="02020603050405020304" pitchFamily="18" charset="0"/>
              <a:ea typeface="Times New Roman" panose="02020603050405020304" pitchFamily="18" charset="0"/>
            </a:rPr>
            <a:t>Transparent Reporting</a:t>
          </a:r>
          <a:endParaRPr lang="en-IN" sz="2800" dirty="0"/>
        </a:p>
      </dgm:t>
    </dgm:pt>
    <dgm:pt modelId="{19299558-07F9-467D-B330-7D3F2DA64CA8}" type="parTrans" cxnId="{14B9087E-0584-431A-8478-7DF459ED8BBD}">
      <dgm:prSet/>
      <dgm:spPr/>
      <dgm:t>
        <a:bodyPr/>
        <a:lstStyle/>
        <a:p>
          <a:endParaRPr lang="en-IN"/>
        </a:p>
      </dgm:t>
    </dgm:pt>
    <dgm:pt modelId="{8DB88DF4-EB79-4CBA-81DF-D9C6D7C37CCA}" type="sibTrans" cxnId="{14B9087E-0584-431A-8478-7DF459ED8BBD}">
      <dgm:prSet/>
      <dgm:spPr/>
      <dgm:t>
        <a:bodyPr/>
        <a:lstStyle/>
        <a:p>
          <a:endParaRPr lang="en-IN"/>
        </a:p>
      </dgm:t>
    </dgm:pt>
    <dgm:pt modelId="{3FD95B27-7C72-4669-89B1-F00353BE7004}">
      <dgm:prSet phldrT="[Text]" custT="1"/>
      <dgm:spPr/>
      <dgm:t>
        <a:bodyPr/>
        <a:lstStyle/>
        <a:p>
          <a:r>
            <a:rPr lang="en-IN" sz="2800" b="1" dirty="0">
              <a:effectLst/>
              <a:latin typeface="Times New Roman" panose="02020603050405020304" pitchFamily="18" charset="0"/>
              <a:ea typeface="Times New Roman" panose="02020603050405020304" pitchFamily="18" charset="0"/>
            </a:rPr>
            <a:t>Pre-Registration</a:t>
          </a:r>
          <a:endParaRPr lang="en-IN" sz="2800" dirty="0"/>
        </a:p>
      </dgm:t>
    </dgm:pt>
    <dgm:pt modelId="{5074BEB4-3E83-4D79-826F-1E95CD9F5FF9}" type="sibTrans" cxnId="{869CBA28-FF13-4A60-AFE1-32787341FDE9}">
      <dgm:prSet/>
      <dgm:spPr/>
      <dgm:t>
        <a:bodyPr/>
        <a:lstStyle/>
        <a:p>
          <a:endParaRPr lang="en-IN"/>
        </a:p>
      </dgm:t>
    </dgm:pt>
    <dgm:pt modelId="{92ACF00B-45EF-479B-9695-729CD086C4EF}" type="parTrans" cxnId="{869CBA28-FF13-4A60-AFE1-32787341FDE9}">
      <dgm:prSet/>
      <dgm:spPr/>
      <dgm:t>
        <a:bodyPr/>
        <a:lstStyle/>
        <a:p>
          <a:endParaRPr lang="en-IN"/>
        </a:p>
      </dgm:t>
    </dgm:pt>
    <dgm:pt modelId="{72449B92-5BDF-4166-B57E-AE4AF4E90EA1}" type="pres">
      <dgm:prSet presAssocID="{E38AF611-3D9A-435B-BA55-19A827A38DE6}" presName="linear" presStyleCnt="0">
        <dgm:presLayoutVars>
          <dgm:dir/>
          <dgm:animLvl val="lvl"/>
          <dgm:resizeHandles val="exact"/>
        </dgm:presLayoutVars>
      </dgm:prSet>
      <dgm:spPr/>
    </dgm:pt>
    <dgm:pt modelId="{ED14D3D4-00CF-4150-8C4B-047209C87B81}" type="pres">
      <dgm:prSet presAssocID="{647EDE5D-176C-4C4E-818F-503E799FFBB2}" presName="parentLin" presStyleCnt="0"/>
      <dgm:spPr/>
    </dgm:pt>
    <dgm:pt modelId="{9FFF7DB6-4D1D-41F8-AC3C-9866FD8FE538}" type="pres">
      <dgm:prSet presAssocID="{647EDE5D-176C-4C4E-818F-503E799FFBB2}" presName="parentLeftMargin" presStyleLbl="node1" presStyleIdx="0" presStyleCnt="3"/>
      <dgm:spPr/>
    </dgm:pt>
    <dgm:pt modelId="{5F4D3C4B-7BB7-4C6B-A516-D47E43FF3438}" type="pres">
      <dgm:prSet presAssocID="{647EDE5D-176C-4C4E-818F-503E799FFBB2}" presName="parentText" presStyleLbl="node1" presStyleIdx="0" presStyleCnt="3">
        <dgm:presLayoutVars>
          <dgm:chMax val="0"/>
          <dgm:bulletEnabled val="1"/>
        </dgm:presLayoutVars>
      </dgm:prSet>
      <dgm:spPr/>
    </dgm:pt>
    <dgm:pt modelId="{E0026FA2-4A06-4467-B764-857ABF37EB37}" type="pres">
      <dgm:prSet presAssocID="{647EDE5D-176C-4C4E-818F-503E799FFBB2}" presName="negativeSpace" presStyleCnt="0"/>
      <dgm:spPr/>
    </dgm:pt>
    <dgm:pt modelId="{9F787C7D-ED6C-4D80-96C0-79D3679676C6}" type="pres">
      <dgm:prSet presAssocID="{647EDE5D-176C-4C4E-818F-503E799FFBB2}" presName="childText" presStyleLbl="conFgAcc1" presStyleIdx="0" presStyleCnt="3">
        <dgm:presLayoutVars>
          <dgm:bulletEnabled val="1"/>
        </dgm:presLayoutVars>
      </dgm:prSet>
      <dgm:spPr/>
    </dgm:pt>
    <dgm:pt modelId="{4E5C5F40-3F75-4C80-BA23-C77B361ABAF1}" type="pres">
      <dgm:prSet presAssocID="{00FFD6C9-0317-4316-A0AD-122BD3BC0D2D}" presName="spaceBetweenRectangles" presStyleCnt="0"/>
      <dgm:spPr/>
    </dgm:pt>
    <dgm:pt modelId="{D1E9D309-46AA-4F87-A7E0-7526FBB71A2D}" type="pres">
      <dgm:prSet presAssocID="{70BF36A7-A094-4DA2-A895-C96DD1C4F592}" presName="parentLin" presStyleCnt="0"/>
      <dgm:spPr/>
    </dgm:pt>
    <dgm:pt modelId="{D7636B79-71B2-48B1-B8A3-74B7A0AA8F56}" type="pres">
      <dgm:prSet presAssocID="{70BF36A7-A094-4DA2-A895-C96DD1C4F592}" presName="parentLeftMargin" presStyleLbl="node1" presStyleIdx="0" presStyleCnt="3"/>
      <dgm:spPr/>
    </dgm:pt>
    <dgm:pt modelId="{B0C72AA4-CCF5-412F-A767-3B1FD181D48C}" type="pres">
      <dgm:prSet presAssocID="{70BF36A7-A094-4DA2-A895-C96DD1C4F592}" presName="parentText" presStyleLbl="node1" presStyleIdx="1" presStyleCnt="3" custLinFactNeighborX="3167">
        <dgm:presLayoutVars>
          <dgm:chMax val="0"/>
          <dgm:bulletEnabled val="1"/>
        </dgm:presLayoutVars>
      </dgm:prSet>
      <dgm:spPr/>
    </dgm:pt>
    <dgm:pt modelId="{07F57F9D-B818-441B-9026-7C326E8B754F}" type="pres">
      <dgm:prSet presAssocID="{70BF36A7-A094-4DA2-A895-C96DD1C4F592}" presName="negativeSpace" presStyleCnt="0"/>
      <dgm:spPr/>
    </dgm:pt>
    <dgm:pt modelId="{D78140AD-D85C-4BA5-8570-0A7F5684F016}" type="pres">
      <dgm:prSet presAssocID="{70BF36A7-A094-4DA2-A895-C96DD1C4F592}" presName="childText" presStyleLbl="conFgAcc1" presStyleIdx="1" presStyleCnt="3">
        <dgm:presLayoutVars>
          <dgm:bulletEnabled val="1"/>
        </dgm:presLayoutVars>
      </dgm:prSet>
      <dgm:spPr/>
    </dgm:pt>
    <dgm:pt modelId="{546C2A23-B868-4929-BF9C-62C46FD0F0E9}" type="pres">
      <dgm:prSet presAssocID="{8DB88DF4-EB79-4CBA-81DF-D9C6D7C37CCA}" presName="spaceBetweenRectangles" presStyleCnt="0"/>
      <dgm:spPr/>
    </dgm:pt>
    <dgm:pt modelId="{69CFDFE6-4883-4853-A7BB-E732054EC139}" type="pres">
      <dgm:prSet presAssocID="{3FD95B27-7C72-4669-89B1-F00353BE7004}" presName="parentLin" presStyleCnt="0"/>
      <dgm:spPr/>
    </dgm:pt>
    <dgm:pt modelId="{6839539D-37F1-4991-9DDE-63EEAAD9D08E}" type="pres">
      <dgm:prSet presAssocID="{3FD95B27-7C72-4669-89B1-F00353BE7004}" presName="parentLeftMargin" presStyleLbl="node1" presStyleIdx="1" presStyleCnt="3"/>
      <dgm:spPr/>
    </dgm:pt>
    <dgm:pt modelId="{B3821435-FC2F-4F85-AE19-700EFD02C3A2}" type="pres">
      <dgm:prSet presAssocID="{3FD95B27-7C72-4669-89B1-F00353BE7004}" presName="parentText" presStyleLbl="node1" presStyleIdx="2" presStyleCnt="3">
        <dgm:presLayoutVars>
          <dgm:chMax val="0"/>
          <dgm:bulletEnabled val="1"/>
        </dgm:presLayoutVars>
      </dgm:prSet>
      <dgm:spPr/>
    </dgm:pt>
    <dgm:pt modelId="{AB4C70D8-2BE2-4954-A6A1-13B799D1E0D0}" type="pres">
      <dgm:prSet presAssocID="{3FD95B27-7C72-4669-89B1-F00353BE7004}" presName="negativeSpace" presStyleCnt="0"/>
      <dgm:spPr/>
    </dgm:pt>
    <dgm:pt modelId="{CEE5331C-08E7-4564-B30A-520C853FE78D}" type="pres">
      <dgm:prSet presAssocID="{3FD95B27-7C72-4669-89B1-F00353BE7004}" presName="childText" presStyleLbl="conFgAcc1" presStyleIdx="2" presStyleCnt="3">
        <dgm:presLayoutVars>
          <dgm:bulletEnabled val="1"/>
        </dgm:presLayoutVars>
      </dgm:prSet>
      <dgm:spPr/>
    </dgm:pt>
  </dgm:ptLst>
  <dgm:cxnLst>
    <dgm:cxn modelId="{31C31701-EB86-4512-B50B-46B62E11378D}" type="presOf" srcId="{3FD95B27-7C72-4669-89B1-F00353BE7004}" destId="{6839539D-37F1-4991-9DDE-63EEAAD9D08E}" srcOrd="0" destOrd="0" presId="urn:microsoft.com/office/officeart/2005/8/layout/list1"/>
    <dgm:cxn modelId="{8281DB26-EE16-47EC-80EA-013041C92A05}" type="presOf" srcId="{3FD95B27-7C72-4669-89B1-F00353BE7004}" destId="{B3821435-FC2F-4F85-AE19-700EFD02C3A2}" srcOrd="1" destOrd="0" presId="urn:microsoft.com/office/officeart/2005/8/layout/list1"/>
    <dgm:cxn modelId="{869CBA28-FF13-4A60-AFE1-32787341FDE9}" srcId="{E38AF611-3D9A-435B-BA55-19A827A38DE6}" destId="{3FD95B27-7C72-4669-89B1-F00353BE7004}" srcOrd="2" destOrd="0" parTransId="{92ACF00B-45EF-479B-9695-729CD086C4EF}" sibTransId="{5074BEB4-3E83-4D79-826F-1E95CD9F5FF9}"/>
    <dgm:cxn modelId="{E1FA854B-FE5A-4AE8-BB76-4E876DE74376}" type="presOf" srcId="{647EDE5D-176C-4C4E-818F-503E799FFBB2}" destId="{5F4D3C4B-7BB7-4C6B-A516-D47E43FF3438}" srcOrd="1" destOrd="0" presId="urn:microsoft.com/office/officeart/2005/8/layout/list1"/>
    <dgm:cxn modelId="{F4466D52-7821-4BE7-AC4F-B9A60ED8C0FA}" type="presOf" srcId="{70BF36A7-A094-4DA2-A895-C96DD1C4F592}" destId="{D7636B79-71B2-48B1-B8A3-74B7A0AA8F56}" srcOrd="0" destOrd="0" presId="urn:microsoft.com/office/officeart/2005/8/layout/list1"/>
    <dgm:cxn modelId="{926B7F77-A95E-4417-BD32-13A708A5F72C}" type="presOf" srcId="{E38AF611-3D9A-435B-BA55-19A827A38DE6}" destId="{72449B92-5BDF-4166-B57E-AE4AF4E90EA1}" srcOrd="0" destOrd="0" presId="urn:microsoft.com/office/officeart/2005/8/layout/list1"/>
    <dgm:cxn modelId="{14B9087E-0584-431A-8478-7DF459ED8BBD}" srcId="{E38AF611-3D9A-435B-BA55-19A827A38DE6}" destId="{70BF36A7-A094-4DA2-A895-C96DD1C4F592}" srcOrd="1" destOrd="0" parTransId="{19299558-07F9-467D-B330-7D3F2DA64CA8}" sibTransId="{8DB88DF4-EB79-4CBA-81DF-D9C6D7C37CCA}"/>
    <dgm:cxn modelId="{01D628ED-FEA5-4CDF-979E-169D60106A8A}" type="presOf" srcId="{70BF36A7-A094-4DA2-A895-C96DD1C4F592}" destId="{B0C72AA4-CCF5-412F-A767-3B1FD181D48C}" srcOrd="1" destOrd="0" presId="urn:microsoft.com/office/officeart/2005/8/layout/list1"/>
    <dgm:cxn modelId="{1D0277F1-A2A9-4354-B8F2-9695BF6D6FE2}" srcId="{E38AF611-3D9A-435B-BA55-19A827A38DE6}" destId="{647EDE5D-176C-4C4E-818F-503E799FFBB2}" srcOrd="0" destOrd="0" parTransId="{C08A4F0C-D1E6-4F48-9EC5-8A0AF8C36CC9}" sibTransId="{00FFD6C9-0317-4316-A0AD-122BD3BC0D2D}"/>
    <dgm:cxn modelId="{8A6A73F7-7250-4FD8-A5F1-0C198E8A52E3}" type="presOf" srcId="{647EDE5D-176C-4C4E-818F-503E799FFBB2}" destId="{9FFF7DB6-4D1D-41F8-AC3C-9866FD8FE538}" srcOrd="0" destOrd="0" presId="urn:microsoft.com/office/officeart/2005/8/layout/list1"/>
    <dgm:cxn modelId="{2D4E553E-5C4E-47DF-9797-1AC5628C0410}" type="presParOf" srcId="{72449B92-5BDF-4166-B57E-AE4AF4E90EA1}" destId="{ED14D3D4-00CF-4150-8C4B-047209C87B81}" srcOrd="0" destOrd="0" presId="urn:microsoft.com/office/officeart/2005/8/layout/list1"/>
    <dgm:cxn modelId="{C268BA47-0BFC-4E67-9402-8FBB1D1F1A97}" type="presParOf" srcId="{ED14D3D4-00CF-4150-8C4B-047209C87B81}" destId="{9FFF7DB6-4D1D-41F8-AC3C-9866FD8FE538}" srcOrd="0" destOrd="0" presId="urn:microsoft.com/office/officeart/2005/8/layout/list1"/>
    <dgm:cxn modelId="{C633959B-B4CF-4DA5-81DD-02E9D55B6273}" type="presParOf" srcId="{ED14D3D4-00CF-4150-8C4B-047209C87B81}" destId="{5F4D3C4B-7BB7-4C6B-A516-D47E43FF3438}" srcOrd="1" destOrd="0" presId="urn:microsoft.com/office/officeart/2005/8/layout/list1"/>
    <dgm:cxn modelId="{AE6C5109-3968-47A6-88BA-72A07DEB4629}" type="presParOf" srcId="{72449B92-5BDF-4166-B57E-AE4AF4E90EA1}" destId="{E0026FA2-4A06-4467-B764-857ABF37EB37}" srcOrd="1" destOrd="0" presId="urn:microsoft.com/office/officeart/2005/8/layout/list1"/>
    <dgm:cxn modelId="{9E0F8D85-D08F-47BE-99D9-512701A72EFD}" type="presParOf" srcId="{72449B92-5BDF-4166-B57E-AE4AF4E90EA1}" destId="{9F787C7D-ED6C-4D80-96C0-79D3679676C6}" srcOrd="2" destOrd="0" presId="urn:microsoft.com/office/officeart/2005/8/layout/list1"/>
    <dgm:cxn modelId="{A5D41058-1515-4DBE-A9A4-7DDA724241DA}" type="presParOf" srcId="{72449B92-5BDF-4166-B57E-AE4AF4E90EA1}" destId="{4E5C5F40-3F75-4C80-BA23-C77B361ABAF1}" srcOrd="3" destOrd="0" presId="urn:microsoft.com/office/officeart/2005/8/layout/list1"/>
    <dgm:cxn modelId="{4C4CC94A-C93E-4546-A4AA-B6523DB423D3}" type="presParOf" srcId="{72449B92-5BDF-4166-B57E-AE4AF4E90EA1}" destId="{D1E9D309-46AA-4F87-A7E0-7526FBB71A2D}" srcOrd="4" destOrd="0" presId="urn:microsoft.com/office/officeart/2005/8/layout/list1"/>
    <dgm:cxn modelId="{FD34BADA-D939-45DD-AA01-9A209273DCD4}" type="presParOf" srcId="{D1E9D309-46AA-4F87-A7E0-7526FBB71A2D}" destId="{D7636B79-71B2-48B1-B8A3-74B7A0AA8F56}" srcOrd="0" destOrd="0" presId="urn:microsoft.com/office/officeart/2005/8/layout/list1"/>
    <dgm:cxn modelId="{62F36880-4F24-408E-A7D6-5FD7666F4043}" type="presParOf" srcId="{D1E9D309-46AA-4F87-A7E0-7526FBB71A2D}" destId="{B0C72AA4-CCF5-412F-A767-3B1FD181D48C}" srcOrd="1" destOrd="0" presId="urn:microsoft.com/office/officeart/2005/8/layout/list1"/>
    <dgm:cxn modelId="{2E21526C-3649-4E5C-99FA-B84431BBBE1D}" type="presParOf" srcId="{72449B92-5BDF-4166-B57E-AE4AF4E90EA1}" destId="{07F57F9D-B818-441B-9026-7C326E8B754F}" srcOrd="5" destOrd="0" presId="urn:microsoft.com/office/officeart/2005/8/layout/list1"/>
    <dgm:cxn modelId="{05AEB637-E05B-43D5-9149-77FF1828BE67}" type="presParOf" srcId="{72449B92-5BDF-4166-B57E-AE4AF4E90EA1}" destId="{D78140AD-D85C-4BA5-8570-0A7F5684F016}" srcOrd="6" destOrd="0" presId="urn:microsoft.com/office/officeart/2005/8/layout/list1"/>
    <dgm:cxn modelId="{A9D96C7E-23D0-410F-8881-E5FFF2CB3A66}" type="presParOf" srcId="{72449B92-5BDF-4166-B57E-AE4AF4E90EA1}" destId="{546C2A23-B868-4929-BF9C-62C46FD0F0E9}" srcOrd="7" destOrd="0" presId="urn:microsoft.com/office/officeart/2005/8/layout/list1"/>
    <dgm:cxn modelId="{361E4628-62AD-443C-8189-ADB0C5BA4C8F}" type="presParOf" srcId="{72449B92-5BDF-4166-B57E-AE4AF4E90EA1}" destId="{69CFDFE6-4883-4853-A7BB-E732054EC139}" srcOrd="8" destOrd="0" presId="urn:microsoft.com/office/officeart/2005/8/layout/list1"/>
    <dgm:cxn modelId="{7DA7C518-A965-464B-BCBC-647F4C53A312}" type="presParOf" srcId="{69CFDFE6-4883-4853-A7BB-E732054EC139}" destId="{6839539D-37F1-4991-9DDE-63EEAAD9D08E}" srcOrd="0" destOrd="0" presId="urn:microsoft.com/office/officeart/2005/8/layout/list1"/>
    <dgm:cxn modelId="{563B347D-FB01-4DFB-9E41-8C784C8A7BDC}" type="presParOf" srcId="{69CFDFE6-4883-4853-A7BB-E732054EC139}" destId="{B3821435-FC2F-4F85-AE19-700EFD02C3A2}" srcOrd="1" destOrd="0" presId="urn:microsoft.com/office/officeart/2005/8/layout/list1"/>
    <dgm:cxn modelId="{7F81F445-51A6-4303-AA39-6005B7B614C6}" type="presParOf" srcId="{72449B92-5BDF-4166-B57E-AE4AF4E90EA1}" destId="{AB4C70D8-2BE2-4954-A6A1-13B799D1E0D0}" srcOrd="9" destOrd="0" presId="urn:microsoft.com/office/officeart/2005/8/layout/list1"/>
    <dgm:cxn modelId="{C3E9A75A-9B59-4ED2-9BDF-5BBAA2F5E73D}" type="presParOf" srcId="{72449B92-5BDF-4166-B57E-AE4AF4E90EA1}" destId="{CEE5331C-08E7-4564-B30A-520C853FE78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005B9B-1EC4-468D-9863-83233751833F}" type="doc">
      <dgm:prSet loTypeId="urn:microsoft.com/office/officeart/2005/8/layout/radial4" loCatId="relationship" qsTypeId="urn:microsoft.com/office/officeart/2005/8/quickstyle/3d7" qsCatId="3D" csTypeId="urn:microsoft.com/office/officeart/2005/8/colors/accent6_5" csCatId="accent6" phldr="1"/>
      <dgm:spPr/>
      <dgm:t>
        <a:bodyPr/>
        <a:lstStyle/>
        <a:p>
          <a:endParaRPr lang="en-IN"/>
        </a:p>
      </dgm:t>
    </dgm:pt>
    <dgm:pt modelId="{96C1B1FB-1798-42CE-BD6F-0D929A088E77}">
      <dgm:prSet phldrT="[Text]"/>
      <dgm:spPr/>
      <dgm:t>
        <a:bodyPr/>
        <a:lstStyle/>
        <a:p>
          <a:r>
            <a:rPr lang="en-IN" b="1" dirty="0">
              <a:effectLst/>
              <a:latin typeface="Segoe UI" panose="020B0502040204020203" pitchFamily="34" charset="0"/>
              <a:ea typeface="Times New Roman" panose="02020603050405020304" pitchFamily="18" charset="0"/>
            </a:rPr>
            <a:t>How to Prevent Redundant Publication</a:t>
          </a:r>
          <a:endParaRPr lang="en-IN" dirty="0"/>
        </a:p>
      </dgm:t>
    </dgm:pt>
    <dgm:pt modelId="{E87C4734-98C5-445F-A23E-CC02DC02D61E}" type="parTrans" cxnId="{7350D205-A3C8-45EF-914E-35A42C32F5B7}">
      <dgm:prSet/>
      <dgm:spPr/>
      <dgm:t>
        <a:bodyPr/>
        <a:lstStyle/>
        <a:p>
          <a:endParaRPr lang="en-IN"/>
        </a:p>
      </dgm:t>
    </dgm:pt>
    <dgm:pt modelId="{90CA99FA-7A1D-4DEA-9B67-C93331F188A5}" type="sibTrans" cxnId="{7350D205-A3C8-45EF-914E-35A42C32F5B7}">
      <dgm:prSet/>
      <dgm:spPr/>
      <dgm:t>
        <a:bodyPr/>
        <a:lstStyle/>
        <a:p>
          <a:endParaRPr lang="en-IN"/>
        </a:p>
      </dgm:t>
    </dgm:pt>
    <dgm:pt modelId="{5FB549BD-BD39-4B11-A3CA-26E5AB784601}">
      <dgm:prSet phldrT="[Text]"/>
      <dgm:spPr/>
      <dgm:t>
        <a:bodyPr/>
        <a:lstStyle/>
        <a:p>
          <a:r>
            <a:rPr lang="en-IN" b="1">
              <a:effectLst/>
              <a:latin typeface="Segoe UI" panose="020B0502040204020203" pitchFamily="34" charset="0"/>
              <a:ea typeface="Times New Roman" panose="02020603050405020304" pitchFamily="18" charset="0"/>
            </a:rPr>
            <a:t>Complete Reporting</a:t>
          </a:r>
          <a:endParaRPr lang="en-IN" dirty="0"/>
        </a:p>
      </dgm:t>
    </dgm:pt>
    <dgm:pt modelId="{3F2611E6-6B97-45F1-B03E-143EE26F5FB3}" type="parTrans" cxnId="{06BEF7FF-8EDD-4F3B-B429-E4260352C009}">
      <dgm:prSet/>
      <dgm:spPr/>
      <dgm:t>
        <a:bodyPr/>
        <a:lstStyle/>
        <a:p>
          <a:endParaRPr lang="en-IN"/>
        </a:p>
      </dgm:t>
    </dgm:pt>
    <dgm:pt modelId="{518A50C2-5008-43D5-9AF7-B2308B018C21}" type="sibTrans" cxnId="{06BEF7FF-8EDD-4F3B-B429-E4260352C009}">
      <dgm:prSet/>
      <dgm:spPr/>
      <dgm:t>
        <a:bodyPr/>
        <a:lstStyle/>
        <a:p>
          <a:endParaRPr lang="en-IN"/>
        </a:p>
      </dgm:t>
    </dgm:pt>
    <dgm:pt modelId="{1A9B7208-5102-4A45-A949-CF054430DBD8}">
      <dgm:prSet/>
      <dgm:spPr/>
      <dgm:t>
        <a:bodyPr/>
        <a:lstStyle/>
        <a:p>
          <a:r>
            <a:rPr lang="en-IN" b="1">
              <a:effectLst/>
              <a:latin typeface="Segoe UI" panose="020B0502040204020203" pitchFamily="34" charset="0"/>
              <a:ea typeface="Times New Roman" panose="02020603050405020304" pitchFamily="18" charset="0"/>
            </a:rPr>
            <a:t>Pre-Registration</a:t>
          </a:r>
          <a:endParaRPr lang="en-IN" b="1" dirty="0">
            <a:latin typeface="Segoe UI" panose="020B0502040204020203" pitchFamily="34" charset="0"/>
            <a:ea typeface="Times New Roman" panose="02020603050405020304" pitchFamily="18" charset="0"/>
          </a:endParaRPr>
        </a:p>
      </dgm:t>
    </dgm:pt>
    <dgm:pt modelId="{5508887B-10E2-4E2D-B921-E1E9CE50BD3C}" type="parTrans" cxnId="{F4F62EC6-63A0-4847-ADDC-45B44E8974FF}">
      <dgm:prSet/>
      <dgm:spPr/>
      <dgm:t>
        <a:bodyPr/>
        <a:lstStyle/>
        <a:p>
          <a:endParaRPr lang="en-IN"/>
        </a:p>
      </dgm:t>
    </dgm:pt>
    <dgm:pt modelId="{7AB9CF70-9B25-4884-B440-1A1432A63D7E}" type="sibTrans" cxnId="{F4F62EC6-63A0-4847-ADDC-45B44E8974FF}">
      <dgm:prSet/>
      <dgm:spPr/>
      <dgm:t>
        <a:bodyPr/>
        <a:lstStyle/>
        <a:p>
          <a:endParaRPr lang="en-IN"/>
        </a:p>
      </dgm:t>
    </dgm:pt>
    <dgm:pt modelId="{AA33EF27-822E-4A73-8542-7228D7C74B82}">
      <dgm:prSet/>
      <dgm:spPr/>
      <dgm:t>
        <a:bodyPr/>
        <a:lstStyle/>
        <a:p>
          <a:r>
            <a:rPr lang="en-IN" b="1">
              <a:effectLst/>
              <a:latin typeface="Segoe UI" panose="020B0502040204020203" pitchFamily="34" charset="0"/>
              <a:ea typeface="Times New Roman" panose="02020603050405020304" pitchFamily="18" charset="0"/>
            </a:rPr>
            <a:t>Transparent Authorship Criteria</a:t>
          </a:r>
          <a:endParaRPr lang="en-IN" b="1" dirty="0">
            <a:effectLst/>
            <a:latin typeface="Segoe UI" panose="020B0502040204020203" pitchFamily="34" charset="0"/>
            <a:ea typeface="Times New Roman" panose="02020603050405020304" pitchFamily="18" charset="0"/>
          </a:endParaRPr>
        </a:p>
      </dgm:t>
    </dgm:pt>
    <dgm:pt modelId="{BC02AC4A-3A2C-4E70-A3D8-136C9910427F}" type="parTrans" cxnId="{B5B0B59B-826E-4B4B-A653-26C93B3596CF}">
      <dgm:prSet/>
      <dgm:spPr/>
      <dgm:t>
        <a:bodyPr/>
        <a:lstStyle/>
        <a:p>
          <a:endParaRPr lang="en-IN"/>
        </a:p>
      </dgm:t>
    </dgm:pt>
    <dgm:pt modelId="{9B0D7F89-AF37-4B86-877B-325A2D5D1830}" type="sibTrans" cxnId="{B5B0B59B-826E-4B4B-A653-26C93B3596CF}">
      <dgm:prSet/>
      <dgm:spPr/>
      <dgm:t>
        <a:bodyPr/>
        <a:lstStyle/>
        <a:p>
          <a:endParaRPr lang="en-IN"/>
        </a:p>
      </dgm:t>
    </dgm:pt>
    <dgm:pt modelId="{4D1FA06E-DB2F-44E0-88BB-57E47A599905}">
      <dgm:prSet/>
      <dgm:spPr/>
      <dgm:t>
        <a:bodyPr/>
        <a:lstStyle/>
        <a:p>
          <a:r>
            <a:rPr lang="en-IN" b="1">
              <a:effectLst/>
              <a:latin typeface="Segoe UI" panose="020B0502040204020203" pitchFamily="34" charset="0"/>
              <a:ea typeface="Times New Roman" panose="02020603050405020304" pitchFamily="18" charset="0"/>
            </a:rPr>
            <a:t>Use of Plagiarism Detection Software</a:t>
          </a:r>
          <a:r>
            <a:rPr lang="en-IN">
              <a:effectLst/>
              <a:latin typeface="Segoe UI" panose="020B0502040204020203" pitchFamily="34" charset="0"/>
              <a:ea typeface="Times New Roman" panose="02020603050405020304" pitchFamily="18" charset="0"/>
            </a:rPr>
            <a:t>: </a:t>
          </a:r>
          <a:endParaRPr lang="en-IN" dirty="0"/>
        </a:p>
      </dgm:t>
    </dgm:pt>
    <dgm:pt modelId="{7AA36773-F366-443C-8A30-CDF1755A2702}" type="parTrans" cxnId="{EF15D64F-1EF8-4F18-8699-B8AB87EB5E08}">
      <dgm:prSet/>
      <dgm:spPr/>
      <dgm:t>
        <a:bodyPr/>
        <a:lstStyle/>
        <a:p>
          <a:endParaRPr lang="en-IN"/>
        </a:p>
      </dgm:t>
    </dgm:pt>
    <dgm:pt modelId="{58BF2263-AAEB-44C4-814E-52BE5769D7AD}" type="sibTrans" cxnId="{EF15D64F-1EF8-4F18-8699-B8AB87EB5E08}">
      <dgm:prSet/>
      <dgm:spPr/>
      <dgm:t>
        <a:bodyPr/>
        <a:lstStyle/>
        <a:p>
          <a:endParaRPr lang="en-IN"/>
        </a:p>
      </dgm:t>
    </dgm:pt>
    <dgm:pt modelId="{C1619D3C-11A9-4F90-8662-7E4D57348456}" type="pres">
      <dgm:prSet presAssocID="{55005B9B-1EC4-468D-9863-83233751833F}" presName="cycle" presStyleCnt="0">
        <dgm:presLayoutVars>
          <dgm:chMax val="1"/>
          <dgm:dir/>
          <dgm:animLvl val="ctr"/>
          <dgm:resizeHandles val="exact"/>
        </dgm:presLayoutVars>
      </dgm:prSet>
      <dgm:spPr/>
    </dgm:pt>
    <dgm:pt modelId="{1AAAE95E-768E-46E0-B3ED-D530DE160C33}" type="pres">
      <dgm:prSet presAssocID="{96C1B1FB-1798-42CE-BD6F-0D929A088E77}" presName="centerShape" presStyleLbl="node0" presStyleIdx="0" presStyleCnt="1"/>
      <dgm:spPr/>
    </dgm:pt>
    <dgm:pt modelId="{45F8D77B-0410-4415-B38B-8B12402E19A8}" type="pres">
      <dgm:prSet presAssocID="{3F2611E6-6B97-45F1-B03E-143EE26F5FB3}" presName="parTrans" presStyleLbl="bgSibTrans2D1" presStyleIdx="0" presStyleCnt="4" custScaleX="43662" custLinFactNeighborX="30614" custLinFactNeighborY="33856"/>
      <dgm:spPr/>
    </dgm:pt>
    <dgm:pt modelId="{69296B42-6466-4DF6-B8CF-A559AA84CCDA}" type="pres">
      <dgm:prSet presAssocID="{5FB549BD-BD39-4B11-A3CA-26E5AB784601}" presName="node" presStyleLbl="node1" presStyleIdx="0" presStyleCnt="4">
        <dgm:presLayoutVars>
          <dgm:bulletEnabled val="1"/>
        </dgm:presLayoutVars>
      </dgm:prSet>
      <dgm:spPr/>
    </dgm:pt>
    <dgm:pt modelId="{1BEFFD4E-8FAE-46CA-A06A-00848B96D875}" type="pres">
      <dgm:prSet presAssocID="{5508887B-10E2-4E2D-B921-E1E9CE50BD3C}" presName="parTrans" presStyleLbl="bgSibTrans2D1" presStyleIdx="1" presStyleCnt="4" custScaleX="44684" custLinFactNeighborX="8532" custLinFactNeighborY="72330"/>
      <dgm:spPr/>
    </dgm:pt>
    <dgm:pt modelId="{57CB5CDC-A149-4787-9CFF-EBCFAE944E93}" type="pres">
      <dgm:prSet presAssocID="{1A9B7208-5102-4A45-A949-CF054430DBD8}" presName="node" presStyleLbl="node1" presStyleIdx="1" presStyleCnt="4">
        <dgm:presLayoutVars>
          <dgm:bulletEnabled val="1"/>
        </dgm:presLayoutVars>
      </dgm:prSet>
      <dgm:spPr/>
    </dgm:pt>
    <dgm:pt modelId="{D9836DF9-5A40-4225-A98F-CFF253210C75}" type="pres">
      <dgm:prSet presAssocID="{BC02AC4A-3A2C-4E70-A3D8-136C9910427F}" presName="parTrans" presStyleLbl="bgSibTrans2D1" presStyleIdx="2" presStyleCnt="4" custScaleX="38943" custLinFactNeighborX="-8532" custLinFactNeighborY="65715"/>
      <dgm:spPr/>
    </dgm:pt>
    <dgm:pt modelId="{84D5D5F5-925D-44DA-9E89-5715DFD8E5A5}" type="pres">
      <dgm:prSet presAssocID="{AA33EF27-822E-4A73-8542-7228D7C74B82}" presName="node" presStyleLbl="node1" presStyleIdx="2" presStyleCnt="4">
        <dgm:presLayoutVars>
          <dgm:bulletEnabled val="1"/>
        </dgm:presLayoutVars>
      </dgm:prSet>
      <dgm:spPr/>
    </dgm:pt>
    <dgm:pt modelId="{063050A7-2A08-45F0-99A0-F4AAE0C12936}" type="pres">
      <dgm:prSet presAssocID="{7AA36773-F366-443C-8A30-CDF1755A2702}" presName="parTrans" presStyleLbl="bgSibTrans2D1" presStyleIdx="3" presStyleCnt="4" custScaleX="40703" custLinFactNeighborX="-29109" custLinFactNeighborY="18365"/>
      <dgm:spPr/>
    </dgm:pt>
    <dgm:pt modelId="{35AC67DB-1599-441F-A166-CD71CAA64B54}" type="pres">
      <dgm:prSet presAssocID="{4D1FA06E-DB2F-44E0-88BB-57E47A599905}" presName="node" presStyleLbl="node1" presStyleIdx="3" presStyleCnt="4">
        <dgm:presLayoutVars>
          <dgm:bulletEnabled val="1"/>
        </dgm:presLayoutVars>
      </dgm:prSet>
      <dgm:spPr/>
    </dgm:pt>
  </dgm:ptLst>
  <dgm:cxnLst>
    <dgm:cxn modelId="{7350D205-A3C8-45EF-914E-35A42C32F5B7}" srcId="{55005B9B-1EC4-468D-9863-83233751833F}" destId="{96C1B1FB-1798-42CE-BD6F-0D929A088E77}" srcOrd="0" destOrd="0" parTransId="{E87C4734-98C5-445F-A23E-CC02DC02D61E}" sibTransId="{90CA99FA-7A1D-4DEA-9B67-C93331F188A5}"/>
    <dgm:cxn modelId="{9CFAB012-208A-4D85-ABDC-E1DF0934BFE8}" type="presOf" srcId="{7AA36773-F366-443C-8A30-CDF1755A2702}" destId="{063050A7-2A08-45F0-99A0-F4AAE0C12936}" srcOrd="0" destOrd="0" presId="urn:microsoft.com/office/officeart/2005/8/layout/radial4"/>
    <dgm:cxn modelId="{EF15D64F-1EF8-4F18-8699-B8AB87EB5E08}" srcId="{96C1B1FB-1798-42CE-BD6F-0D929A088E77}" destId="{4D1FA06E-DB2F-44E0-88BB-57E47A599905}" srcOrd="3" destOrd="0" parTransId="{7AA36773-F366-443C-8A30-CDF1755A2702}" sibTransId="{58BF2263-AAEB-44C4-814E-52BE5769D7AD}"/>
    <dgm:cxn modelId="{7CD25977-CE30-4F1A-8DCF-84530ECCB7D2}" type="presOf" srcId="{3F2611E6-6B97-45F1-B03E-143EE26F5FB3}" destId="{45F8D77B-0410-4415-B38B-8B12402E19A8}" srcOrd="0" destOrd="0" presId="urn:microsoft.com/office/officeart/2005/8/layout/radial4"/>
    <dgm:cxn modelId="{ED75AC91-5120-4D3B-9589-DB4BE9939EB6}" type="presOf" srcId="{5508887B-10E2-4E2D-B921-E1E9CE50BD3C}" destId="{1BEFFD4E-8FAE-46CA-A06A-00848B96D875}" srcOrd="0" destOrd="0" presId="urn:microsoft.com/office/officeart/2005/8/layout/radial4"/>
    <dgm:cxn modelId="{C28C7893-F588-4994-9445-D8F8768194FE}" type="presOf" srcId="{55005B9B-1EC4-468D-9863-83233751833F}" destId="{C1619D3C-11A9-4F90-8662-7E4D57348456}" srcOrd="0" destOrd="0" presId="urn:microsoft.com/office/officeart/2005/8/layout/radial4"/>
    <dgm:cxn modelId="{9F157D94-CF75-4977-B586-E3A1A5A13332}" type="presOf" srcId="{96C1B1FB-1798-42CE-BD6F-0D929A088E77}" destId="{1AAAE95E-768E-46E0-B3ED-D530DE160C33}" srcOrd="0" destOrd="0" presId="urn:microsoft.com/office/officeart/2005/8/layout/radial4"/>
    <dgm:cxn modelId="{B5B0B59B-826E-4B4B-A653-26C93B3596CF}" srcId="{96C1B1FB-1798-42CE-BD6F-0D929A088E77}" destId="{AA33EF27-822E-4A73-8542-7228D7C74B82}" srcOrd="2" destOrd="0" parTransId="{BC02AC4A-3A2C-4E70-A3D8-136C9910427F}" sibTransId="{9B0D7F89-AF37-4B86-877B-325A2D5D1830}"/>
    <dgm:cxn modelId="{F4F62EC6-63A0-4847-ADDC-45B44E8974FF}" srcId="{96C1B1FB-1798-42CE-BD6F-0D929A088E77}" destId="{1A9B7208-5102-4A45-A949-CF054430DBD8}" srcOrd="1" destOrd="0" parTransId="{5508887B-10E2-4E2D-B921-E1E9CE50BD3C}" sibTransId="{7AB9CF70-9B25-4884-B440-1A1432A63D7E}"/>
    <dgm:cxn modelId="{CFBABAD1-8C91-4C48-BF10-72D77B384B19}" type="presOf" srcId="{AA33EF27-822E-4A73-8542-7228D7C74B82}" destId="{84D5D5F5-925D-44DA-9E89-5715DFD8E5A5}" srcOrd="0" destOrd="0" presId="urn:microsoft.com/office/officeart/2005/8/layout/radial4"/>
    <dgm:cxn modelId="{349BF9E3-5546-44F6-B098-77B8D4FEF100}" type="presOf" srcId="{BC02AC4A-3A2C-4E70-A3D8-136C9910427F}" destId="{D9836DF9-5A40-4225-A98F-CFF253210C75}" srcOrd="0" destOrd="0" presId="urn:microsoft.com/office/officeart/2005/8/layout/radial4"/>
    <dgm:cxn modelId="{E0E33DEB-C6EA-4804-964D-78EB787F93CD}" type="presOf" srcId="{5FB549BD-BD39-4B11-A3CA-26E5AB784601}" destId="{69296B42-6466-4DF6-B8CF-A559AA84CCDA}" srcOrd="0" destOrd="0" presId="urn:microsoft.com/office/officeart/2005/8/layout/radial4"/>
    <dgm:cxn modelId="{53C073F0-2BDE-4B7F-B297-61B0CB3AF1CE}" type="presOf" srcId="{1A9B7208-5102-4A45-A949-CF054430DBD8}" destId="{57CB5CDC-A149-4787-9CFF-EBCFAE944E93}" srcOrd="0" destOrd="0" presId="urn:microsoft.com/office/officeart/2005/8/layout/radial4"/>
    <dgm:cxn modelId="{20D137F1-D8F2-4159-BB77-3AB7038D32DA}" type="presOf" srcId="{4D1FA06E-DB2F-44E0-88BB-57E47A599905}" destId="{35AC67DB-1599-441F-A166-CD71CAA64B54}" srcOrd="0" destOrd="0" presId="urn:microsoft.com/office/officeart/2005/8/layout/radial4"/>
    <dgm:cxn modelId="{06BEF7FF-8EDD-4F3B-B429-E4260352C009}" srcId="{96C1B1FB-1798-42CE-BD6F-0D929A088E77}" destId="{5FB549BD-BD39-4B11-A3CA-26E5AB784601}" srcOrd="0" destOrd="0" parTransId="{3F2611E6-6B97-45F1-B03E-143EE26F5FB3}" sibTransId="{518A50C2-5008-43D5-9AF7-B2308B018C21}"/>
    <dgm:cxn modelId="{4C5A82FD-C5A1-4DAE-9C25-95D36B5DB9C7}" type="presParOf" srcId="{C1619D3C-11A9-4F90-8662-7E4D57348456}" destId="{1AAAE95E-768E-46E0-B3ED-D530DE160C33}" srcOrd="0" destOrd="0" presId="urn:microsoft.com/office/officeart/2005/8/layout/radial4"/>
    <dgm:cxn modelId="{1A92A927-5EC8-45CD-92F7-5F6FE207D14A}" type="presParOf" srcId="{C1619D3C-11A9-4F90-8662-7E4D57348456}" destId="{45F8D77B-0410-4415-B38B-8B12402E19A8}" srcOrd="1" destOrd="0" presId="urn:microsoft.com/office/officeart/2005/8/layout/radial4"/>
    <dgm:cxn modelId="{BD6A7D82-65C6-451B-9B03-7F93E09550FD}" type="presParOf" srcId="{C1619D3C-11A9-4F90-8662-7E4D57348456}" destId="{69296B42-6466-4DF6-B8CF-A559AA84CCDA}" srcOrd="2" destOrd="0" presId="urn:microsoft.com/office/officeart/2005/8/layout/radial4"/>
    <dgm:cxn modelId="{212E2088-77A3-48FC-A77F-FA62B7A23B24}" type="presParOf" srcId="{C1619D3C-11A9-4F90-8662-7E4D57348456}" destId="{1BEFFD4E-8FAE-46CA-A06A-00848B96D875}" srcOrd="3" destOrd="0" presId="urn:microsoft.com/office/officeart/2005/8/layout/radial4"/>
    <dgm:cxn modelId="{9638B802-0A2B-4998-A0F9-EA11330A219A}" type="presParOf" srcId="{C1619D3C-11A9-4F90-8662-7E4D57348456}" destId="{57CB5CDC-A149-4787-9CFF-EBCFAE944E93}" srcOrd="4" destOrd="0" presId="urn:microsoft.com/office/officeart/2005/8/layout/radial4"/>
    <dgm:cxn modelId="{F3B18B82-4ABC-44D5-9D2E-EFB539CA5D4D}" type="presParOf" srcId="{C1619D3C-11A9-4F90-8662-7E4D57348456}" destId="{D9836DF9-5A40-4225-A98F-CFF253210C75}" srcOrd="5" destOrd="0" presId="urn:microsoft.com/office/officeart/2005/8/layout/radial4"/>
    <dgm:cxn modelId="{AA2ECC07-5BE5-4CFD-ACAE-28D75F05DC48}" type="presParOf" srcId="{C1619D3C-11A9-4F90-8662-7E4D57348456}" destId="{84D5D5F5-925D-44DA-9E89-5715DFD8E5A5}" srcOrd="6" destOrd="0" presId="urn:microsoft.com/office/officeart/2005/8/layout/radial4"/>
    <dgm:cxn modelId="{7562871C-2898-4E24-8BDC-22991E3CFACB}" type="presParOf" srcId="{C1619D3C-11A9-4F90-8662-7E4D57348456}" destId="{063050A7-2A08-45F0-99A0-F4AAE0C12936}" srcOrd="7" destOrd="0" presId="urn:microsoft.com/office/officeart/2005/8/layout/radial4"/>
    <dgm:cxn modelId="{91DC8C0A-2B4D-4FDE-A130-30808183D232}" type="presParOf" srcId="{C1619D3C-11A9-4F90-8662-7E4D57348456}" destId="{35AC67DB-1599-441F-A166-CD71CAA64B54}" srcOrd="8"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F65F961-8788-47AC-B416-EAA5E5E7AD92}" type="doc">
      <dgm:prSet loTypeId="urn:microsoft.com/office/officeart/2005/8/layout/hProcess9" loCatId="process" qsTypeId="urn:microsoft.com/office/officeart/2005/8/quickstyle/3d3" qsCatId="3D" csTypeId="urn:microsoft.com/office/officeart/2005/8/colors/colorful2" csCatId="colorful" phldr="1"/>
      <dgm:spPr/>
    </dgm:pt>
    <dgm:pt modelId="{8FEC73D7-1935-4607-8A7C-BA5082159E10}">
      <dgm:prSet phldrT="[Text]"/>
      <dgm:spPr/>
      <dgm:t>
        <a:bodyPr/>
        <a:lstStyle/>
        <a:p>
          <a:r>
            <a:rPr lang="en-IN" b="1" dirty="0">
              <a:solidFill>
                <a:schemeClr val="tx1"/>
              </a:solidFill>
              <a:effectLst/>
              <a:latin typeface="Segoe UI" panose="020B0502040204020203" pitchFamily="34" charset="0"/>
              <a:ea typeface="Times New Roman" panose="02020603050405020304" pitchFamily="18" charset="0"/>
            </a:rPr>
            <a:t>Journal Policies</a:t>
          </a:r>
          <a:endParaRPr lang="en-IN" dirty="0">
            <a:solidFill>
              <a:schemeClr val="tx1"/>
            </a:solidFill>
          </a:endParaRPr>
        </a:p>
      </dgm:t>
    </dgm:pt>
    <dgm:pt modelId="{07173105-DD33-4CE0-8DCB-C827297B5C52}" type="parTrans" cxnId="{06400ADE-92DF-41FD-BA9E-4A63D2DB71FD}">
      <dgm:prSet/>
      <dgm:spPr/>
      <dgm:t>
        <a:bodyPr/>
        <a:lstStyle/>
        <a:p>
          <a:endParaRPr lang="en-IN"/>
        </a:p>
      </dgm:t>
    </dgm:pt>
    <dgm:pt modelId="{884D71C0-D605-4133-AF5A-9DEAC88B09BB}" type="sibTrans" cxnId="{06400ADE-92DF-41FD-BA9E-4A63D2DB71FD}">
      <dgm:prSet/>
      <dgm:spPr/>
      <dgm:t>
        <a:bodyPr/>
        <a:lstStyle/>
        <a:p>
          <a:endParaRPr lang="en-IN"/>
        </a:p>
      </dgm:t>
    </dgm:pt>
    <dgm:pt modelId="{35221C21-71E4-4D37-8C12-EFCEA006BB06}">
      <dgm:prSet phldrT="[Text]"/>
      <dgm:spPr/>
      <dgm:t>
        <a:bodyPr/>
        <a:lstStyle/>
        <a:p>
          <a:r>
            <a:rPr lang="en-IN" b="1" dirty="0">
              <a:solidFill>
                <a:schemeClr val="tx1"/>
              </a:solidFill>
              <a:effectLst/>
              <a:latin typeface="Segoe UI" panose="020B0502040204020203" pitchFamily="34" charset="0"/>
              <a:ea typeface="Times New Roman" panose="02020603050405020304" pitchFamily="18" charset="0"/>
            </a:rPr>
            <a:t>Retractions and Corrections</a:t>
          </a:r>
          <a:endParaRPr lang="en-IN" dirty="0">
            <a:solidFill>
              <a:schemeClr val="tx1"/>
            </a:solidFill>
          </a:endParaRPr>
        </a:p>
      </dgm:t>
    </dgm:pt>
    <dgm:pt modelId="{A046728E-0922-49B2-9474-6B886D5BF652}" type="parTrans" cxnId="{6BD12B53-DC78-4CB9-B5C6-EEC2398E5D22}">
      <dgm:prSet/>
      <dgm:spPr/>
      <dgm:t>
        <a:bodyPr/>
        <a:lstStyle/>
        <a:p>
          <a:endParaRPr lang="en-IN"/>
        </a:p>
      </dgm:t>
    </dgm:pt>
    <dgm:pt modelId="{E1773C8A-7605-46C6-BF93-E29B976F39E9}" type="sibTrans" cxnId="{6BD12B53-DC78-4CB9-B5C6-EEC2398E5D22}">
      <dgm:prSet/>
      <dgm:spPr/>
      <dgm:t>
        <a:bodyPr/>
        <a:lstStyle/>
        <a:p>
          <a:endParaRPr lang="en-IN"/>
        </a:p>
      </dgm:t>
    </dgm:pt>
    <dgm:pt modelId="{AA0D4E43-B969-4479-8164-A259E95F2463}">
      <dgm:prSet phldrT="[Text]"/>
      <dgm:spPr/>
      <dgm:t>
        <a:bodyPr/>
        <a:lstStyle/>
        <a:p>
          <a:r>
            <a:rPr lang="en-IN" b="1" dirty="0">
              <a:solidFill>
                <a:schemeClr val="tx1"/>
              </a:solidFill>
              <a:effectLst/>
              <a:latin typeface="Segoe UI" panose="020B0502040204020203" pitchFamily="34" charset="0"/>
              <a:ea typeface="Times New Roman" panose="02020603050405020304" pitchFamily="18" charset="0"/>
            </a:rPr>
            <a:t>Education and Awareness</a:t>
          </a:r>
          <a:endParaRPr lang="en-IN" dirty="0">
            <a:solidFill>
              <a:schemeClr val="tx1"/>
            </a:solidFill>
          </a:endParaRPr>
        </a:p>
      </dgm:t>
    </dgm:pt>
    <dgm:pt modelId="{1962EBF5-302A-4A77-8818-722DC29D63E6}" type="parTrans" cxnId="{B7FE86B0-9C61-45F5-92C6-D5C4A42D8D41}">
      <dgm:prSet/>
      <dgm:spPr/>
      <dgm:t>
        <a:bodyPr/>
        <a:lstStyle/>
        <a:p>
          <a:endParaRPr lang="en-IN"/>
        </a:p>
      </dgm:t>
    </dgm:pt>
    <dgm:pt modelId="{D4DC48AD-C98A-4507-BFFD-295719A85E4B}" type="sibTrans" cxnId="{B7FE86B0-9C61-45F5-92C6-D5C4A42D8D41}">
      <dgm:prSet/>
      <dgm:spPr/>
      <dgm:t>
        <a:bodyPr/>
        <a:lstStyle/>
        <a:p>
          <a:endParaRPr lang="en-IN"/>
        </a:p>
      </dgm:t>
    </dgm:pt>
    <dgm:pt modelId="{F801028C-0975-4BCB-9944-C1944A87A22B}" type="pres">
      <dgm:prSet presAssocID="{EF65F961-8788-47AC-B416-EAA5E5E7AD92}" presName="CompostProcess" presStyleCnt="0">
        <dgm:presLayoutVars>
          <dgm:dir/>
          <dgm:resizeHandles val="exact"/>
        </dgm:presLayoutVars>
      </dgm:prSet>
      <dgm:spPr/>
    </dgm:pt>
    <dgm:pt modelId="{B6B21D90-9B2F-4B1A-B2E1-BBCE3AED11FC}" type="pres">
      <dgm:prSet presAssocID="{EF65F961-8788-47AC-B416-EAA5E5E7AD92}" presName="arrow" presStyleLbl="bgShp" presStyleIdx="0" presStyleCnt="1"/>
      <dgm:spPr/>
    </dgm:pt>
    <dgm:pt modelId="{C41BE7B5-FD38-4D06-8C72-62FDE54DD6FF}" type="pres">
      <dgm:prSet presAssocID="{EF65F961-8788-47AC-B416-EAA5E5E7AD92}" presName="linearProcess" presStyleCnt="0"/>
      <dgm:spPr/>
    </dgm:pt>
    <dgm:pt modelId="{F9BDD599-F66D-44A0-A319-2F9E92EA40FC}" type="pres">
      <dgm:prSet presAssocID="{8FEC73D7-1935-4607-8A7C-BA5082159E10}" presName="textNode" presStyleLbl="node1" presStyleIdx="0" presStyleCnt="3" custLinFactNeighborY="444">
        <dgm:presLayoutVars>
          <dgm:bulletEnabled val="1"/>
        </dgm:presLayoutVars>
      </dgm:prSet>
      <dgm:spPr/>
    </dgm:pt>
    <dgm:pt modelId="{6D26028C-593D-46C2-9F04-7E624C8CE01B}" type="pres">
      <dgm:prSet presAssocID="{884D71C0-D605-4133-AF5A-9DEAC88B09BB}" presName="sibTrans" presStyleCnt="0"/>
      <dgm:spPr/>
    </dgm:pt>
    <dgm:pt modelId="{1AC3B5B8-4EA5-480A-9793-B30F72173CAB}" type="pres">
      <dgm:prSet presAssocID="{35221C21-71E4-4D37-8C12-EFCEA006BB06}" presName="textNode" presStyleLbl="node1" presStyleIdx="1" presStyleCnt="3">
        <dgm:presLayoutVars>
          <dgm:bulletEnabled val="1"/>
        </dgm:presLayoutVars>
      </dgm:prSet>
      <dgm:spPr/>
    </dgm:pt>
    <dgm:pt modelId="{452D0922-D17F-4C56-8920-A93F6AA4D155}" type="pres">
      <dgm:prSet presAssocID="{E1773C8A-7605-46C6-BF93-E29B976F39E9}" presName="sibTrans" presStyleCnt="0"/>
      <dgm:spPr/>
    </dgm:pt>
    <dgm:pt modelId="{F59EB481-AD17-4632-BE52-8C6C4D07F2E1}" type="pres">
      <dgm:prSet presAssocID="{AA0D4E43-B969-4479-8164-A259E95F2463}" presName="textNode" presStyleLbl="node1" presStyleIdx="2" presStyleCnt="3">
        <dgm:presLayoutVars>
          <dgm:bulletEnabled val="1"/>
        </dgm:presLayoutVars>
      </dgm:prSet>
      <dgm:spPr/>
    </dgm:pt>
  </dgm:ptLst>
  <dgm:cxnLst>
    <dgm:cxn modelId="{E0FA4E3C-9C3E-4964-943C-03930D62BDE8}" type="presOf" srcId="{EF65F961-8788-47AC-B416-EAA5E5E7AD92}" destId="{F801028C-0975-4BCB-9944-C1944A87A22B}" srcOrd="0" destOrd="0" presId="urn:microsoft.com/office/officeart/2005/8/layout/hProcess9"/>
    <dgm:cxn modelId="{AAF1066E-DC4E-48C2-9665-B03064DF86D7}" type="presOf" srcId="{AA0D4E43-B969-4479-8164-A259E95F2463}" destId="{F59EB481-AD17-4632-BE52-8C6C4D07F2E1}" srcOrd="0" destOrd="0" presId="urn:microsoft.com/office/officeart/2005/8/layout/hProcess9"/>
    <dgm:cxn modelId="{6BD12B53-DC78-4CB9-B5C6-EEC2398E5D22}" srcId="{EF65F961-8788-47AC-B416-EAA5E5E7AD92}" destId="{35221C21-71E4-4D37-8C12-EFCEA006BB06}" srcOrd="1" destOrd="0" parTransId="{A046728E-0922-49B2-9474-6B886D5BF652}" sibTransId="{E1773C8A-7605-46C6-BF93-E29B976F39E9}"/>
    <dgm:cxn modelId="{B7FE86B0-9C61-45F5-92C6-D5C4A42D8D41}" srcId="{EF65F961-8788-47AC-B416-EAA5E5E7AD92}" destId="{AA0D4E43-B969-4479-8164-A259E95F2463}" srcOrd="2" destOrd="0" parTransId="{1962EBF5-302A-4A77-8818-722DC29D63E6}" sibTransId="{D4DC48AD-C98A-4507-BFFD-295719A85E4B}"/>
    <dgm:cxn modelId="{8BA380D8-2758-4DC1-8CCF-789717F3DF36}" type="presOf" srcId="{8FEC73D7-1935-4607-8A7C-BA5082159E10}" destId="{F9BDD599-F66D-44A0-A319-2F9E92EA40FC}" srcOrd="0" destOrd="0" presId="urn:microsoft.com/office/officeart/2005/8/layout/hProcess9"/>
    <dgm:cxn modelId="{BB2C84DC-E7F3-40A2-9542-6B97F15B74B0}" type="presOf" srcId="{35221C21-71E4-4D37-8C12-EFCEA006BB06}" destId="{1AC3B5B8-4EA5-480A-9793-B30F72173CAB}" srcOrd="0" destOrd="0" presId="urn:microsoft.com/office/officeart/2005/8/layout/hProcess9"/>
    <dgm:cxn modelId="{06400ADE-92DF-41FD-BA9E-4A63D2DB71FD}" srcId="{EF65F961-8788-47AC-B416-EAA5E5E7AD92}" destId="{8FEC73D7-1935-4607-8A7C-BA5082159E10}" srcOrd="0" destOrd="0" parTransId="{07173105-DD33-4CE0-8DCB-C827297B5C52}" sibTransId="{884D71C0-D605-4133-AF5A-9DEAC88B09BB}"/>
    <dgm:cxn modelId="{C72282C1-87B6-4651-A21E-D3701E8BEBFA}" type="presParOf" srcId="{F801028C-0975-4BCB-9944-C1944A87A22B}" destId="{B6B21D90-9B2F-4B1A-B2E1-BBCE3AED11FC}" srcOrd="0" destOrd="0" presId="urn:microsoft.com/office/officeart/2005/8/layout/hProcess9"/>
    <dgm:cxn modelId="{500669FE-AA92-402A-80B0-ABD64508BEDE}" type="presParOf" srcId="{F801028C-0975-4BCB-9944-C1944A87A22B}" destId="{C41BE7B5-FD38-4D06-8C72-62FDE54DD6FF}" srcOrd="1" destOrd="0" presId="urn:microsoft.com/office/officeart/2005/8/layout/hProcess9"/>
    <dgm:cxn modelId="{9A053066-F301-4C0E-A956-2A17A2650C5C}" type="presParOf" srcId="{C41BE7B5-FD38-4D06-8C72-62FDE54DD6FF}" destId="{F9BDD599-F66D-44A0-A319-2F9E92EA40FC}" srcOrd="0" destOrd="0" presId="urn:microsoft.com/office/officeart/2005/8/layout/hProcess9"/>
    <dgm:cxn modelId="{D53F7FC4-5575-43BE-8763-BDD841BF7E45}" type="presParOf" srcId="{C41BE7B5-FD38-4D06-8C72-62FDE54DD6FF}" destId="{6D26028C-593D-46C2-9F04-7E624C8CE01B}" srcOrd="1" destOrd="0" presId="urn:microsoft.com/office/officeart/2005/8/layout/hProcess9"/>
    <dgm:cxn modelId="{65E3AFF0-17C0-4D92-843E-9AC18951003F}" type="presParOf" srcId="{C41BE7B5-FD38-4D06-8C72-62FDE54DD6FF}" destId="{1AC3B5B8-4EA5-480A-9793-B30F72173CAB}" srcOrd="2" destOrd="0" presId="urn:microsoft.com/office/officeart/2005/8/layout/hProcess9"/>
    <dgm:cxn modelId="{27AD041A-C604-4044-8BFE-7D24D1779F16}" type="presParOf" srcId="{C41BE7B5-FD38-4D06-8C72-62FDE54DD6FF}" destId="{452D0922-D17F-4C56-8920-A93F6AA4D155}" srcOrd="3" destOrd="0" presId="urn:microsoft.com/office/officeart/2005/8/layout/hProcess9"/>
    <dgm:cxn modelId="{74C26D00-0AE0-4247-AA36-6BE87BA194E6}" type="presParOf" srcId="{C41BE7B5-FD38-4D06-8C72-62FDE54DD6FF}" destId="{F59EB481-AD17-4632-BE52-8C6C4D07F2E1}"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A35D96-4417-4BE5-A537-C630A65CA88E}">
      <dsp:nvSpPr>
        <dsp:cNvPr id="0" name=""/>
        <dsp:cNvSpPr/>
      </dsp:nvSpPr>
      <dsp:spPr>
        <a:xfrm>
          <a:off x="3247" y="136914"/>
          <a:ext cx="3165846" cy="576000"/>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IN" sz="2000" b="1" kern="1200"/>
            <a:t>Duplicate Publication</a:t>
          </a:r>
          <a:endParaRPr lang="en-IN" sz="2000" kern="1200"/>
        </a:p>
      </dsp:txBody>
      <dsp:txXfrm>
        <a:off x="3247" y="136914"/>
        <a:ext cx="3165846" cy="576000"/>
      </dsp:txXfrm>
    </dsp:sp>
    <dsp:sp modelId="{D078EC91-5F70-4998-85A6-14C1A7690E67}">
      <dsp:nvSpPr>
        <dsp:cNvPr id="0" name=""/>
        <dsp:cNvSpPr/>
      </dsp:nvSpPr>
      <dsp:spPr>
        <a:xfrm>
          <a:off x="3247" y="712914"/>
          <a:ext cx="3165846" cy="3729339"/>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SzPts val="1000"/>
            <a:buFont typeface="Arial" panose="020B0604020202020204" pitchFamily="34" charset="0"/>
            <a:buChar char="•"/>
          </a:pPr>
          <a:r>
            <a:rPr lang="en-IN" sz="2000" kern="1200" dirty="0">
              <a:solidFill>
                <a:schemeClr val="tx1"/>
              </a:solidFill>
            </a:rPr>
            <a:t>Submitting the same manuscript or research findings to multiple journals simultaneously.</a:t>
          </a:r>
        </a:p>
        <a:p>
          <a:pPr marL="228600" lvl="1" indent="-228600" algn="l" defTabSz="889000">
            <a:lnSpc>
              <a:spcPct val="90000"/>
            </a:lnSpc>
            <a:spcBef>
              <a:spcPct val="0"/>
            </a:spcBef>
            <a:spcAft>
              <a:spcPct val="15000"/>
            </a:spcAft>
            <a:buChar char="•"/>
          </a:pPr>
          <a:r>
            <a:rPr lang="en-IN" sz="2000" kern="1200" dirty="0">
              <a:solidFill>
                <a:schemeClr val="tx1"/>
              </a:solidFill>
            </a:rPr>
            <a:t>Failure to mention prior publication(s) can lead to self-plagiarism and a lack of transparency.</a:t>
          </a:r>
        </a:p>
      </dsp:txBody>
      <dsp:txXfrm>
        <a:off x="3247" y="712914"/>
        <a:ext cx="3165846" cy="3729339"/>
      </dsp:txXfrm>
    </dsp:sp>
    <dsp:sp modelId="{D2B0FD9F-E323-471E-ABCC-BA8B12BAD800}">
      <dsp:nvSpPr>
        <dsp:cNvPr id="0" name=""/>
        <dsp:cNvSpPr/>
      </dsp:nvSpPr>
      <dsp:spPr>
        <a:xfrm>
          <a:off x="3612312" y="136914"/>
          <a:ext cx="3165846" cy="576000"/>
        </a:xfrm>
        <a:prstGeom prst="rect">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w="6350" cap="flat" cmpd="sng" algn="ctr">
          <a:solidFill>
            <a:schemeClr val="accent4">
              <a:hueOff val="4900445"/>
              <a:satOff val="-20388"/>
              <a:lumOff val="4804"/>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IN" sz="2000" b="1" kern="1200" dirty="0"/>
            <a:t>Salami Slicing</a:t>
          </a:r>
          <a:endParaRPr lang="en-IN" sz="2000" kern="1200" dirty="0"/>
        </a:p>
      </dsp:txBody>
      <dsp:txXfrm>
        <a:off x="3612312" y="136914"/>
        <a:ext cx="3165846" cy="576000"/>
      </dsp:txXfrm>
    </dsp:sp>
    <dsp:sp modelId="{D0B3F69F-267C-4435-B504-738354F997F3}">
      <dsp:nvSpPr>
        <dsp:cNvPr id="0" name=""/>
        <dsp:cNvSpPr/>
      </dsp:nvSpPr>
      <dsp:spPr>
        <a:xfrm>
          <a:off x="3612312" y="712914"/>
          <a:ext cx="3165846" cy="3729339"/>
        </a:xfrm>
        <a:prstGeom prst="rect">
          <a:avLst/>
        </a:prstGeom>
        <a:solidFill>
          <a:schemeClr val="accent4">
            <a:tint val="40000"/>
            <a:alpha val="90000"/>
            <a:hueOff val="5430963"/>
            <a:satOff val="-25622"/>
            <a:lumOff val="-925"/>
            <a:alphaOff val="0"/>
          </a:schemeClr>
        </a:solidFill>
        <a:ln w="6350" cap="flat" cmpd="sng" algn="ctr">
          <a:solidFill>
            <a:schemeClr val="accent4">
              <a:tint val="40000"/>
              <a:alpha val="90000"/>
              <a:hueOff val="5430963"/>
              <a:satOff val="-25622"/>
              <a:lumOff val="-92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SzPts val="1000"/>
            <a:buFont typeface="Symbol" panose="05050102010706020507" pitchFamily="18" charset="2"/>
            <a:buChar char=""/>
          </a:pPr>
          <a:r>
            <a:rPr lang="en-IN" sz="2000" kern="1200" dirty="0">
              <a:solidFill>
                <a:schemeClr val="tx1"/>
              </a:solidFill>
            </a:rPr>
            <a:t>Dividing a single study into several smaller publications, often</a:t>
          </a:r>
        </a:p>
        <a:p>
          <a:pPr marL="228600" lvl="1" indent="-228600" algn="l" defTabSz="889000">
            <a:lnSpc>
              <a:spcPct val="90000"/>
            </a:lnSpc>
            <a:spcBef>
              <a:spcPct val="0"/>
            </a:spcBef>
            <a:spcAft>
              <a:spcPct val="15000"/>
            </a:spcAft>
            <a:buSzPts val="1000"/>
            <a:buFont typeface="Symbol" panose="05050102010706020507" pitchFamily="18" charset="2"/>
            <a:buNone/>
          </a:pPr>
          <a:r>
            <a:rPr lang="en-IN" sz="2000" kern="1200" dirty="0">
              <a:solidFill>
                <a:schemeClr val="tx1"/>
              </a:solidFill>
            </a:rPr>
            <a:t>    reporting on different aspects of the same data.</a:t>
          </a:r>
        </a:p>
        <a:p>
          <a:pPr marL="228600" lvl="1" indent="-228600" algn="l" defTabSz="889000">
            <a:lnSpc>
              <a:spcPct val="90000"/>
            </a:lnSpc>
            <a:spcBef>
              <a:spcPct val="0"/>
            </a:spcBef>
            <a:spcAft>
              <a:spcPct val="15000"/>
            </a:spcAft>
            <a:buChar char="•"/>
          </a:pPr>
          <a:r>
            <a:rPr lang="en-IN" sz="2000" kern="1200" dirty="0">
              <a:solidFill>
                <a:schemeClr val="tx1"/>
              </a:solidFill>
            </a:rPr>
            <a:t>Fragmented publication may mislead readers about the true significance of the research.</a:t>
          </a:r>
        </a:p>
      </dsp:txBody>
      <dsp:txXfrm>
        <a:off x="3612312" y="712914"/>
        <a:ext cx="3165846" cy="3729339"/>
      </dsp:txXfrm>
    </dsp:sp>
    <dsp:sp modelId="{5C2DE9B5-615F-41C1-A994-55B8A944200B}">
      <dsp:nvSpPr>
        <dsp:cNvPr id="0" name=""/>
        <dsp:cNvSpPr/>
      </dsp:nvSpPr>
      <dsp:spPr>
        <a:xfrm>
          <a:off x="7221377" y="136914"/>
          <a:ext cx="3165846" cy="576000"/>
        </a:xfrm>
        <a:prstGeom prst="rect">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IN" sz="2000" b="1" kern="1200" dirty="0"/>
            <a:t>Overlapping publications </a:t>
          </a:r>
        </a:p>
      </dsp:txBody>
      <dsp:txXfrm>
        <a:off x="7221377" y="136914"/>
        <a:ext cx="3165846" cy="576000"/>
      </dsp:txXfrm>
    </dsp:sp>
    <dsp:sp modelId="{28B3A90A-9217-4482-A75E-E588D9AFEBDA}">
      <dsp:nvSpPr>
        <dsp:cNvPr id="0" name=""/>
        <dsp:cNvSpPr/>
      </dsp:nvSpPr>
      <dsp:spPr>
        <a:xfrm>
          <a:off x="7221377" y="712914"/>
          <a:ext cx="3165846" cy="3729339"/>
        </a:xfrm>
        <a:prstGeom prst="rect">
          <a:avLst/>
        </a:prstGeom>
        <a:solidFill>
          <a:schemeClr val="accent4">
            <a:tint val="40000"/>
            <a:alpha val="90000"/>
            <a:hueOff val="10861925"/>
            <a:satOff val="-51245"/>
            <a:lumOff val="-1851"/>
            <a:alphaOff val="0"/>
          </a:schemeClr>
        </a:solidFill>
        <a:ln w="6350" cap="flat" cmpd="sng" algn="ctr">
          <a:solidFill>
            <a:schemeClr val="accent4">
              <a:tint val="40000"/>
              <a:alpha val="90000"/>
              <a:hueOff val="10861925"/>
              <a:satOff val="-51245"/>
              <a:lumOff val="-185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IN" sz="2000" kern="1200" dirty="0">
              <a:solidFill>
                <a:schemeClr val="tx1"/>
              </a:solidFill>
            </a:rPr>
            <a:t>It involves the submission or publication of research work that shares significant portions of content with previously published work but also includes some new data or findings. </a:t>
          </a:r>
        </a:p>
        <a:p>
          <a:pPr marL="228600" lvl="1" indent="-228600" algn="l" defTabSz="889000">
            <a:lnSpc>
              <a:spcPct val="90000"/>
            </a:lnSpc>
            <a:spcBef>
              <a:spcPct val="0"/>
            </a:spcBef>
            <a:spcAft>
              <a:spcPct val="15000"/>
            </a:spcAft>
            <a:buChar char="•"/>
          </a:pPr>
          <a:r>
            <a:rPr lang="en-IN" sz="2000" kern="1200" dirty="0">
              <a:solidFill>
                <a:schemeClr val="tx1"/>
              </a:solidFill>
            </a:rPr>
            <a:t>Unlike duplicate publications, the overlap is partial but still raises ethical concerns.</a:t>
          </a:r>
        </a:p>
      </dsp:txBody>
      <dsp:txXfrm>
        <a:off x="7221377" y="712914"/>
        <a:ext cx="3165846" cy="37293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87C7D-ED6C-4D80-96C0-79D3679676C6}">
      <dsp:nvSpPr>
        <dsp:cNvPr id="0" name=""/>
        <dsp:cNvSpPr/>
      </dsp:nvSpPr>
      <dsp:spPr>
        <a:xfrm>
          <a:off x="0" y="466804"/>
          <a:ext cx="8863262" cy="756000"/>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F4D3C4B-7BB7-4C6B-A516-D47E43FF3438}">
      <dsp:nvSpPr>
        <dsp:cNvPr id="0" name=""/>
        <dsp:cNvSpPr/>
      </dsp:nvSpPr>
      <dsp:spPr>
        <a:xfrm>
          <a:off x="443163" y="24004"/>
          <a:ext cx="6204283" cy="88560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4507" tIns="0" rIns="234507" bIns="0" numCol="1" spcCol="1270" anchor="ctr" anchorCtr="0">
          <a:noAutofit/>
        </a:bodyPr>
        <a:lstStyle/>
        <a:p>
          <a:pPr marL="0" lvl="0" indent="0" algn="l" defTabSz="1244600">
            <a:lnSpc>
              <a:spcPct val="90000"/>
            </a:lnSpc>
            <a:spcBef>
              <a:spcPct val="0"/>
            </a:spcBef>
            <a:spcAft>
              <a:spcPct val="35000"/>
            </a:spcAft>
            <a:buNone/>
          </a:pPr>
          <a:r>
            <a:rPr lang="en-IN" sz="2800" b="1" kern="1200" dirty="0">
              <a:effectLst/>
              <a:latin typeface="Times New Roman" panose="02020603050405020304" pitchFamily="18" charset="0"/>
              <a:ea typeface="Times New Roman" panose="02020603050405020304" pitchFamily="18" charset="0"/>
            </a:rPr>
            <a:t>Careful Planning</a:t>
          </a:r>
          <a:endParaRPr lang="en-IN" sz="2800" kern="1200" dirty="0"/>
        </a:p>
      </dsp:txBody>
      <dsp:txXfrm>
        <a:off x="486394" y="67235"/>
        <a:ext cx="6117821" cy="799138"/>
      </dsp:txXfrm>
    </dsp:sp>
    <dsp:sp modelId="{D78140AD-D85C-4BA5-8570-0A7F5684F016}">
      <dsp:nvSpPr>
        <dsp:cNvPr id="0" name=""/>
        <dsp:cNvSpPr/>
      </dsp:nvSpPr>
      <dsp:spPr>
        <a:xfrm>
          <a:off x="0" y="1827605"/>
          <a:ext cx="8863262" cy="756000"/>
        </a:xfrm>
        <a:prstGeom prst="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0C72AA4-CCF5-412F-A767-3B1FD181D48C}">
      <dsp:nvSpPr>
        <dsp:cNvPr id="0" name=""/>
        <dsp:cNvSpPr/>
      </dsp:nvSpPr>
      <dsp:spPr>
        <a:xfrm>
          <a:off x="457198" y="1384804"/>
          <a:ext cx="6204283" cy="885600"/>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4507" tIns="0" rIns="234507" bIns="0" numCol="1" spcCol="1270" anchor="ctr" anchorCtr="0">
          <a:noAutofit/>
        </a:bodyPr>
        <a:lstStyle/>
        <a:p>
          <a:pPr marL="0" lvl="0" indent="0" algn="l" defTabSz="1244600">
            <a:lnSpc>
              <a:spcPct val="90000"/>
            </a:lnSpc>
            <a:spcBef>
              <a:spcPct val="0"/>
            </a:spcBef>
            <a:spcAft>
              <a:spcPct val="35000"/>
            </a:spcAft>
            <a:buNone/>
          </a:pPr>
          <a:r>
            <a:rPr lang="en-IN" sz="2800" b="1" kern="1200" dirty="0">
              <a:effectLst/>
              <a:latin typeface="Times New Roman" panose="02020603050405020304" pitchFamily="18" charset="0"/>
              <a:ea typeface="Times New Roman" panose="02020603050405020304" pitchFamily="18" charset="0"/>
            </a:rPr>
            <a:t>Transparent Reporting</a:t>
          </a:r>
          <a:endParaRPr lang="en-IN" sz="2800" kern="1200" dirty="0"/>
        </a:p>
      </dsp:txBody>
      <dsp:txXfrm>
        <a:off x="500429" y="1428035"/>
        <a:ext cx="6117821" cy="799138"/>
      </dsp:txXfrm>
    </dsp:sp>
    <dsp:sp modelId="{CEE5331C-08E7-4564-B30A-520C853FE78D}">
      <dsp:nvSpPr>
        <dsp:cNvPr id="0" name=""/>
        <dsp:cNvSpPr/>
      </dsp:nvSpPr>
      <dsp:spPr>
        <a:xfrm>
          <a:off x="0" y="3188405"/>
          <a:ext cx="8863262" cy="756000"/>
        </a:xfrm>
        <a:prstGeom prst="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3821435-FC2F-4F85-AE19-700EFD02C3A2}">
      <dsp:nvSpPr>
        <dsp:cNvPr id="0" name=""/>
        <dsp:cNvSpPr/>
      </dsp:nvSpPr>
      <dsp:spPr>
        <a:xfrm>
          <a:off x="443163" y="2745604"/>
          <a:ext cx="6204283" cy="885600"/>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34507" tIns="0" rIns="234507" bIns="0" numCol="1" spcCol="1270" anchor="ctr" anchorCtr="0">
          <a:noAutofit/>
        </a:bodyPr>
        <a:lstStyle/>
        <a:p>
          <a:pPr marL="0" lvl="0" indent="0" algn="l" defTabSz="1244600">
            <a:lnSpc>
              <a:spcPct val="90000"/>
            </a:lnSpc>
            <a:spcBef>
              <a:spcPct val="0"/>
            </a:spcBef>
            <a:spcAft>
              <a:spcPct val="35000"/>
            </a:spcAft>
            <a:buNone/>
          </a:pPr>
          <a:r>
            <a:rPr lang="en-IN" sz="2800" b="1" kern="1200" dirty="0">
              <a:effectLst/>
              <a:latin typeface="Times New Roman" panose="02020603050405020304" pitchFamily="18" charset="0"/>
              <a:ea typeface="Times New Roman" panose="02020603050405020304" pitchFamily="18" charset="0"/>
            </a:rPr>
            <a:t>Pre-Registration</a:t>
          </a:r>
          <a:endParaRPr lang="en-IN" sz="2800" kern="1200" dirty="0"/>
        </a:p>
      </dsp:txBody>
      <dsp:txXfrm>
        <a:off x="486394" y="2788835"/>
        <a:ext cx="6117821" cy="79913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AAE95E-768E-46E0-B3ED-D530DE160C33}">
      <dsp:nvSpPr>
        <dsp:cNvPr id="0" name=""/>
        <dsp:cNvSpPr/>
      </dsp:nvSpPr>
      <dsp:spPr>
        <a:xfrm>
          <a:off x="3457009" y="3023483"/>
          <a:ext cx="2557239" cy="2557239"/>
        </a:xfrm>
        <a:prstGeom prst="ellipse">
          <a:avLst/>
        </a:prstGeom>
        <a:solidFill>
          <a:schemeClr val="accent6">
            <a:alpha val="80000"/>
            <a:hueOff val="0"/>
            <a:satOff val="0"/>
            <a:lumOff val="0"/>
            <a:alphaOff val="0"/>
          </a:schemeClr>
        </a:solidFill>
        <a:ln>
          <a:noFill/>
        </a:ln>
        <a:effectLst/>
        <a:sp3d extrusionH="50600" prstMaterial="plastic">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IN" sz="2600" b="1" kern="1200" dirty="0">
              <a:effectLst/>
              <a:latin typeface="Segoe UI" panose="020B0502040204020203" pitchFamily="34" charset="0"/>
              <a:ea typeface="Times New Roman" panose="02020603050405020304" pitchFamily="18" charset="0"/>
            </a:rPr>
            <a:t>How to Prevent Redundant Publication</a:t>
          </a:r>
          <a:endParaRPr lang="en-IN" sz="2600" kern="1200" dirty="0"/>
        </a:p>
      </dsp:txBody>
      <dsp:txXfrm>
        <a:off x="3831508" y="3397982"/>
        <a:ext cx="1808241" cy="1808241"/>
      </dsp:txXfrm>
    </dsp:sp>
    <dsp:sp modelId="{45F8D77B-0410-4415-B38B-8B12402E19A8}">
      <dsp:nvSpPr>
        <dsp:cNvPr id="0" name=""/>
        <dsp:cNvSpPr/>
      </dsp:nvSpPr>
      <dsp:spPr>
        <a:xfrm rot="11700000">
          <a:off x="2491893" y="3530642"/>
          <a:ext cx="975762" cy="728813"/>
        </a:xfrm>
        <a:prstGeom prst="leftArrow">
          <a:avLst>
            <a:gd name="adj1" fmla="val 60000"/>
            <a:gd name="adj2" fmla="val 50000"/>
          </a:avLst>
        </a:prstGeom>
        <a:solidFill>
          <a:schemeClr val="accent6">
            <a:shade val="90000"/>
            <a:hueOff val="0"/>
            <a:satOff val="0"/>
            <a:lumOff val="0"/>
            <a:alphaOff val="0"/>
          </a:schemeClr>
        </a:solidFill>
        <a:ln>
          <a:noFill/>
        </a:ln>
        <a:effectLst/>
        <a:sp3d z="-211800">
          <a:bevelT w="40600" h="20600" prst="relaxedInset"/>
        </a:sp3d>
      </dsp:spPr>
      <dsp:style>
        <a:lnRef idx="0">
          <a:scrgbClr r="0" g="0" b="0"/>
        </a:lnRef>
        <a:fillRef idx="1">
          <a:scrgbClr r="0" g="0" b="0"/>
        </a:fillRef>
        <a:effectRef idx="2">
          <a:scrgbClr r="0" g="0" b="0"/>
        </a:effectRef>
        <a:fontRef idx="minor"/>
      </dsp:style>
    </dsp:sp>
    <dsp:sp modelId="{69296B42-6466-4DF6-B8CF-A559AA84CCDA}">
      <dsp:nvSpPr>
        <dsp:cNvPr id="0" name=""/>
        <dsp:cNvSpPr/>
      </dsp:nvSpPr>
      <dsp:spPr>
        <a:xfrm>
          <a:off x="1590" y="2387345"/>
          <a:ext cx="2429377" cy="1943502"/>
        </a:xfrm>
        <a:prstGeom prst="roundRect">
          <a:avLst>
            <a:gd name="adj" fmla="val 10000"/>
          </a:avLst>
        </a:prstGeom>
        <a:solidFill>
          <a:schemeClr val="accent6">
            <a:alpha val="90000"/>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IN" sz="2800" b="1" kern="1200">
              <a:effectLst/>
              <a:latin typeface="Segoe UI" panose="020B0502040204020203" pitchFamily="34" charset="0"/>
              <a:ea typeface="Times New Roman" panose="02020603050405020304" pitchFamily="18" charset="0"/>
            </a:rPr>
            <a:t>Complete Reporting</a:t>
          </a:r>
          <a:endParaRPr lang="en-IN" sz="2800" kern="1200" dirty="0"/>
        </a:p>
      </dsp:txBody>
      <dsp:txXfrm>
        <a:off x="58513" y="2444268"/>
        <a:ext cx="2315531" cy="1829656"/>
      </dsp:txXfrm>
    </dsp:sp>
    <dsp:sp modelId="{1BEFFD4E-8FAE-46CA-A06A-00848B96D875}">
      <dsp:nvSpPr>
        <dsp:cNvPr id="0" name=""/>
        <dsp:cNvSpPr/>
      </dsp:nvSpPr>
      <dsp:spPr>
        <a:xfrm rot="14700000">
          <a:off x="3359428" y="2175429"/>
          <a:ext cx="998602" cy="728813"/>
        </a:xfrm>
        <a:prstGeom prst="leftArrow">
          <a:avLst>
            <a:gd name="adj1" fmla="val 60000"/>
            <a:gd name="adj2" fmla="val 50000"/>
          </a:avLst>
        </a:prstGeom>
        <a:solidFill>
          <a:schemeClr val="accent6">
            <a:shade val="90000"/>
            <a:hueOff val="126623"/>
            <a:satOff val="-5058"/>
            <a:lumOff val="11730"/>
            <a:alphaOff val="0"/>
          </a:schemeClr>
        </a:solidFill>
        <a:ln>
          <a:noFill/>
        </a:ln>
        <a:effectLst/>
        <a:sp3d z="-211800">
          <a:bevelT w="40600" h="20600" prst="relaxedInset"/>
        </a:sp3d>
      </dsp:spPr>
      <dsp:style>
        <a:lnRef idx="0">
          <a:scrgbClr r="0" g="0" b="0"/>
        </a:lnRef>
        <a:fillRef idx="1">
          <a:scrgbClr r="0" g="0" b="0"/>
        </a:fillRef>
        <a:effectRef idx="2">
          <a:scrgbClr r="0" g="0" b="0"/>
        </a:effectRef>
        <a:fontRef idx="minor"/>
      </dsp:style>
    </dsp:sp>
    <dsp:sp modelId="{57CB5CDC-A149-4787-9CFF-EBCFAE944E93}">
      <dsp:nvSpPr>
        <dsp:cNvPr id="0" name=""/>
        <dsp:cNvSpPr/>
      </dsp:nvSpPr>
      <dsp:spPr>
        <a:xfrm>
          <a:off x="1981131" y="28221"/>
          <a:ext cx="2429377" cy="1943502"/>
        </a:xfrm>
        <a:prstGeom prst="roundRect">
          <a:avLst>
            <a:gd name="adj" fmla="val 10000"/>
          </a:avLst>
        </a:prstGeom>
        <a:solidFill>
          <a:schemeClr val="accent6">
            <a:alpha val="90000"/>
            <a:hueOff val="0"/>
            <a:satOff val="0"/>
            <a:lumOff val="0"/>
            <a:alphaOff val="-13333"/>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IN" sz="2800" b="1" kern="1200">
              <a:effectLst/>
              <a:latin typeface="Segoe UI" panose="020B0502040204020203" pitchFamily="34" charset="0"/>
              <a:ea typeface="Times New Roman" panose="02020603050405020304" pitchFamily="18" charset="0"/>
            </a:rPr>
            <a:t>Pre-Registration</a:t>
          </a:r>
          <a:endParaRPr lang="en-IN" sz="2800" b="1" kern="1200" dirty="0">
            <a:latin typeface="Segoe UI" panose="020B0502040204020203" pitchFamily="34" charset="0"/>
            <a:ea typeface="Times New Roman" panose="02020603050405020304" pitchFamily="18" charset="0"/>
          </a:endParaRPr>
        </a:p>
      </dsp:txBody>
      <dsp:txXfrm>
        <a:off x="2038054" y="85144"/>
        <a:ext cx="2315531" cy="1829656"/>
      </dsp:txXfrm>
    </dsp:sp>
    <dsp:sp modelId="{D9836DF9-5A40-4225-A98F-CFF253210C75}">
      <dsp:nvSpPr>
        <dsp:cNvPr id="0" name=""/>
        <dsp:cNvSpPr/>
      </dsp:nvSpPr>
      <dsp:spPr>
        <a:xfrm rot="17700000">
          <a:off x="5177377" y="2127218"/>
          <a:ext cx="870302" cy="728813"/>
        </a:xfrm>
        <a:prstGeom prst="leftArrow">
          <a:avLst>
            <a:gd name="adj1" fmla="val 60000"/>
            <a:gd name="adj2" fmla="val 50000"/>
          </a:avLst>
        </a:prstGeom>
        <a:solidFill>
          <a:schemeClr val="accent6">
            <a:shade val="90000"/>
            <a:hueOff val="253246"/>
            <a:satOff val="-10115"/>
            <a:lumOff val="23461"/>
            <a:alphaOff val="0"/>
          </a:schemeClr>
        </a:solidFill>
        <a:ln>
          <a:noFill/>
        </a:ln>
        <a:effectLst/>
        <a:sp3d z="-211800">
          <a:bevelT w="40600" h="20600" prst="relaxedInset"/>
        </a:sp3d>
      </dsp:spPr>
      <dsp:style>
        <a:lnRef idx="0">
          <a:scrgbClr r="0" g="0" b="0"/>
        </a:lnRef>
        <a:fillRef idx="1">
          <a:scrgbClr r="0" g="0" b="0"/>
        </a:fillRef>
        <a:effectRef idx="2">
          <a:scrgbClr r="0" g="0" b="0"/>
        </a:effectRef>
        <a:fontRef idx="minor"/>
      </dsp:style>
    </dsp:sp>
    <dsp:sp modelId="{84D5D5F5-925D-44DA-9E89-5715DFD8E5A5}">
      <dsp:nvSpPr>
        <dsp:cNvPr id="0" name=""/>
        <dsp:cNvSpPr/>
      </dsp:nvSpPr>
      <dsp:spPr>
        <a:xfrm>
          <a:off x="5060749" y="28221"/>
          <a:ext cx="2429377" cy="1943502"/>
        </a:xfrm>
        <a:prstGeom prst="roundRect">
          <a:avLst>
            <a:gd name="adj" fmla="val 10000"/>
          </a:avLst>
        </a:prstGeom>
        <a:solidFill>
          <a:schemeClr val="accent6">
            <a:alpha val="90000"/>
            <a:hueOff val="0"/>
            <a:satOff val="0"/>
            <a:lumOff val="0"/>
            <a:alphaOff val="-26667"/>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IN" sz="2800" b="1" kern="1200">
              <a:effectLst/>
              <a:latin typeface="Segoe UI" panose="020B0502040204020203" pitchFamily="34" charset="0"/>
              <a:ea typeface="Times New Roman" panose="02020603050405020304" pitchFamily="18" charset="0"/>
            </a:rPr>
            <a:t>Transparent Authorship Criteria</a:t>
          </a:r>
          <a:endParaRPr lang="en-IN" sz="2800" b="1" kern="1200" dirty="0">
            <a:effectLst/>
            <a:latin typeface="Segoe UI" panose="020B0502040204020203" pitchFamily="34" charset="0"/>
            <a:ea typeface="Times New Roman" panose="02020603050405020304" pitchFamily="18" charset="0"/>
          </a:endParaRPr>
        </a:p>
      </dsp:txBody>
      <dsp:txXfrm>
        <a:off x="5117672" y="85144"/>
        <a:ext cx="2315531" cy="1829656"/>
      </dsp:txXfrm>
    </dsp:sp>
    <dsp:sp modelId="{063050A7-2A08-45F0-99A0-F4AAE0C12936}">
      <dsp:nvSpPr>
        <dsp:cNvPr id="0" name=""/>
        <dsp:cNvSpPr/>
      </dsp:nvSpPr>
      <dsp:spPr>
        <a:xfrm rot="20700000">
          <a:off x="6070299" y="3417742"/>
          <a:ext cx="909634" cy="728813"/>
        </a:xfrm>
        <a:prstGeom prst="leftArrow">
          <a:avLst>
            <a:gd name="adj1" fmla="val 60000"/>
            <a:gd name="adj2" fmla="val 50000"/>
          </a:avLst>
        </a:prstGeom>
        <a:solidFill>
          <a:schemeClr val="accent6">
            <a:shade val="90000"/>
            <a:hueOff val="379870"/>
            <a:satOff val="-15173"/>
            <a:lumOff val="35191"/>
            <a:alphaOff val="0"/>
          </a:schemeClr>
        </a:solidFill>
        <a:ln>
          <a:noFill/>
        </a:ln>
        <a:effectLst/>
        <a:sp3d z="-211800">
          <a:bevelT w="40600" h="20600" prst="relaxedInset"/>
        </a:sp3d>
      </dsp:spPr>
      <dsp:style>
        <a:lnRef idx="0">
          <a:scrgbClr r="0" g="0" b="0"/>
        </a:lnRef>
        <a:fillRef idx="1">
          <a:scrgbClr r="0" g="0" b="0"/>
        </a:fillRef>
        <a:effectRef idx="2">
          <a:scrgbClr r="0" g="0" b="0"/>
        </a:effectRef>
        <a:fontRef idx="minor"/>
      </dsp:style>
    </dsp:sp>
    <dsp:sp modelId="{35AC67DB-1599-441F-A166-CD71CAA64B54}">
      <dsp:nvSpPr>
        <dsp:cNvPr id="0" name=""/>
        <dsp:cNvSpPr/>
      </dsp:nvSpPr>
      <dsp:spPr>
        <a:xfrm>
          <a:off x="7040289" y="2387345"/>
          <a:ext cx="2429377" cy="1943502"/>
        </a:xfrm>
        <a:prstGeom prst="roundRect">
          <a:avLst>
            <a:gd name="adj" fmla="val 10000"/>
          </a:avLst>
        </a:prstGeom>
        <a:solidFill>
          <a:schemeClr val="accent6">
            <a:alpha val="90000"/>
            <a:hueOff val="0"/>
            <a:satOff val="0"/>
            <a:lumOff val="0"/>
            <a:alphaOff val="-4000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IN" sz="2800" b="1" kern="1200">
              <a:effectLst/>
              <a:latin typeface="Segoe UI" panose="020B0502040204020203" pitchFamily="34" charset="0"/>
              <a:ea typeface="Times New Roman" panose="02020603050405020304" pitchFamily="18" charset="0"/>
            </a:rPr>
            <a:t>Use of Plagiarism Detection Software</a:t>
          </a:r>
          <a:r>
            <a:rPr lang="en-IN" sz="2800" kern="1200">
              <a:effectLst/>
              <a:latin typeface="Segoe UI" panose="020B0502040204020203" pitchFamily="34" charset="0"/>
              <a:ea typeface="Times New Roman" panose="02020603050405020304" pitchFamily="18" charset="0"/>
            </a:rPr>
            <a:t>: </a:t>
          </a:r>
          <a:endParaRPr lang="en-IN" sz="2800" kern="1200" dirty="0"/>
        </a:p>
      </dsp:txBody>
      <dsp:txXfrm>
        <a:off x="7097212" y="2444268"/>
        <a:ext cx="2315531" cy="182965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B21D90-9B2F-4B1A-B2E1-BBCE3AED11FC}">
      <dsp:nvSpPr>
        <dsp:cNvPr id="0" name=""/>
        <dsp:cNvSpPr/>
      </dsp:nvSpPr>
      <dsp:spPr>
        <a:xfrm>
          <a:off x="609599" y="0"/>
          <a:ext cx="6908800" cy="4572001"/>
        </a:xfrm>
        <a:prstGeom prst="rightArrow">
          <a:avLst/>
        </a:prstGeom>
        <a:solidFill>
          <a:schemeClr val="accent2">
            <a:tint val="40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F9BDD599-F66D-44A0-A319-2F9E92EA40FC}">
      <dsp:nvSpPr>
        <dsp:cNvPr id="0" name=""/>
        <dsp:cNvSpPr/>
      </dsp:nvSpPr>
      <dsp:spPr>
        <a:xfrm>
          <a:off x="8731" y="1379720"/>
          <a:ext cx="2616200" cy="1828800"/>
        </a:xfrm>
        <a:prstGeom prst="roundRect">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IN" sz="3000" b="1" kern="1200" dirty="0">
              <a:solidFill>
                <a:schemeClr val="tx1"/>
              </a:solidFill>
              <a:effectLst/>
              <a:latin typeface="Segoe UI" panose="020B0502040204020203" pitchFamily="34" charset="0"/>
              <a:ea typeface="Times New Roman" panose="02020603050405020304" pitchFamily="18" charset="0"/>
            </a:rPr>
            <a:t>Journal Policies</a:t>
          </a:r>
          <a:endParaRPr lang="en-IN" sz="3000" kern="1200" dirty="0">
            <a:solidFill>
              <a:schemeClr val="tx1"/>
            </a:solidFill>
          </a:endParaRPr>
        </a:p>
      </dsp:txBody>
      <dsp:txXfrm>
        <a:off x="98006" y="1468995"/>
        <a:ext cx="2437650" cy="1650250"/>
      </dsp:txXfrm>
    </dsp:sp>
    <dsp:sp modelId="{1AC3B5B8-4EA5-480A-9793-B30F72173CAB}">
      <dsp:nvSpPr>
        <dsp:cNvPr id="0" name=""/>
        <dsp:cNvSpPr/>
      </dsp:nvSpPr>
      <dsp:spPr>
        <a:xfrm>
          <a:off x="2755899" y="1371600"/>
          <a:ext cx="2616200" cy="1828800"/>
        </a:xfrm>
        <a:prstGeom prst="roundRect">
          <a:avLst/>
        </a:prstGeom>
        <a:solidFill>
          <a:schemeClr val="accent2">
            <a:hueOff val="-727682"/>
            <a:satOff val="-41964"/>
            <a:lumOff val="431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IN" sz="3000" b="1" kern="1200" dirty="0">
              <a:solidFill>
                <a:schemeClr val="tx1"/>
              </a:solidFill>
              <a:effectLst/>
              <a:latin typeface="Segoe UI" panose="020B0502040204020203" pitchFamily="34" charset="0"/>
              <a:ea typeface="Times New Roman" panose="02020603050405020304" pitchFamily="18" charset="0"/>
            </a:rPr>
            <a:t>Retractions and Corrections</a:t>
          </a:r>
          <a:endParaRPr lang="en-IN" sz="3000" kern="1200" dirty="0">
            <a:solidFill>
              <a:schemeClr val="tx1"/>
            </a:solidFill>
          </a:endParaRPr>
        </a:p>
      </dsp:txBody>
      <dsp:txXfrm>
        <a:off x="2845174" y="1460875"/>
        <a:ext cx="2437650" cy="1650250"/>
      </dsp:txXfrm>
    </dsp:sp>
    <dsp:sp modelId="{F59EB481-AD17-4632-BE52-8C6C4D07F2E1}">
      <dsp:nvSpPr>
        <dsp:cNvPr id="0" name=""/>
        <dsp:cNvSpPr/>
      </dsp:nvSpPr>
      <dsp:spPr>
        <a:xfrm>
          <a:off x="5503068" y="1371600"/>
          <a:ext cx="2616200" cy="1828800"/>
        </a:xfrm>
        <a:prstGeom prst="roundRect">
          <a:avLst/>
        </a:prstGeom>
        <a:solidFill>
          <a:schemeClr val="accent2">
            <a:hueOff val="-1455363"/>
            <a:satOff val="-83928"/>
            <a:lumOff val="862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IN" sz="3000" b="1" kern="1200" dirty="0">
              <a:solidFill>
                <a:schemeClr val="tx1"/>
              </a:solidFill>
              <a:effectLst/>
              <a:latin typeface="Segoe UI" panose="020B0502040204020203" pitchFamily="34" charset="0"/>
              <a:ea typeface="Times New Roman" panose="02020603050405020304" pitchFamily="18" charset="0"/>
            </a:rPr>
            <a:t>Education and Awareness</a:t>
          </a:r>
          <a:endParaRPr lang="en-IN" sz="3000" kern="1200" dirty="0">
            <a:solidFill>
              <a:schemeClr val="tx1"/>
            </a:solidFill>
          </a:endParaRPr>
        </a:p>
      </dsp:txBody>
      <dsp:txXfrm>
        <a:off x="5592343" y="1460875"/>
        <a:ext cx="2437650" cy="165025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82F1D-BFEE-55F3-81A4-C379631FBA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28BB4B-04E0-30D9-A375-19F73716A5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4BFDFE4-E070-B3FB-0AD8-5F1459B37F55}"/>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5" name="Footer Placeholder 4">
            <a:extLst>
              <a:ext uri="{FF2B5EF4-FFF2-40B4-BE49-F238E27FC236}">
                <a16:creationId xmlns:a16="http://schemas.microsoft.com/office/drawing/2014/main" id="{B3C5A0A3-FF4B-AB1B-8C04-C45AC9E453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25B33E-2E01-CA26-50D5-4061D2AD964F}"/>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1396884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34FF2-850A-C0CC-1DFB-F29594B967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4B6DD7-DE87-1252-D615-67454A0E29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5A0109-308F-6513-A463-F1CA4C3081A3}"/>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5" name="Footer Placeholder 4">
            <a:extLst>
              <a:ext uri="{FF2B5EF4-FFF2-40B4-BE49-F238E27FC236}">
                <a16:creationId xmlns:a16="http://schemas.microsoft.com/office/drawing/2014/main" id="{7CD061AF-1049-B403-9AED-538DCEFFB0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1C7DEB-05B8-A12C-9436-7C7674A02DBA}"/>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3022979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72E9A-F33E-FE8A-6E7D-1AA69A95C2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FED968-0353-DF7A-633C-F8B04D691A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A4EC8F-4401-3D3A-BA49-8F335A5AFE8B}"/>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5" name="Footer Placeholder 4">
            <a:extLst>
              <a:ext uri="{FF2B5EF4-FFF2-40B4-BE49-F238E27FC236}">
                <a16:creationId xmlns:a16="http://schemas.microsoft.com/office/drawing/2014/main" id="{25457040-051F-3466-01EE-209EB1BBBB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515176-EE82-B8DE-6212-1AE82022204D}"/>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1400805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36C93-94EA-BA1C-A8DA-1B4D7C4530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842624A-C802-6821-3122-18CD0CB1F1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3E13E28-7B67-C0D9-71AE-EF9E6605FE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BCF05E-EB2B-C14D-724C-7BF6DB0FBC1D}"/>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6" name="Footer Placeholder 5">
            <a:extLst>
              <a:ext uri="{FF2B5EF4-FFF2-40B4-BE49-F238E27FC236}">
                <a16:creationId xmlns:a16="http://schemas.microsoft.com/office/drawing/2014/main" id="{232810EC-76F8-BBD7-2B96-596345B9A67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DD9908-E7EB-B70E-D81D-4E341B2BAE59}"/>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2838140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D7F9B-DC00-923E-4B69-34FDDBF64ED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8CA7BD-C1B6-C72D-F75C-2AFBDE806F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5563E4-175D-5339-BDB1-0B512927B6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CC8AAF8-1DE7-A4E8-12B6-6A2F6FDFAD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82BC03-556F-569C-0381-8FCC6D9B23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9039DE2-6ADF-FA92-1E2C-BF20CAA13CEB}"/>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8" name="Footer Placeholder 7">
            <a:extLst>
              <a:ext uri="{FF2B5EF4-FFF2-40B4-BE49-F238E27FC236}">
                <a16:creationId xmlns:a16="http://schemas.microsoft.com/office/drawing/2014/main" id="{F26C7D27-84A3-041D-A259-9DFC1FDE728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1B79C20-2C01-6718-0643-E37089E09C6F}"/>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2184743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A7C8A-D142-5DA6-0623-EE07BA11E4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4766C2-8C86-C554-7C55-799325AEC86F}"/>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4" name="Footer Placeholder 3">
            <a:extLst>
              <a:ext uri="{FF2B5EF4-FFF2-40B4-BE49-F238E27FC236}">
                <a16:creationId xmlns:a16="http://schemas.microsoft.com/office/drawing/2014/main" id="{AC7E3089-31FD-0B38-0FB7-165698E7169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7F466E8-7CE8-133D-DFCD-295423518B99}"/>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25918909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DD09F5-0A96-3DD0-7996-0D336F0FF56F}"/>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3" name="Footer Placeholder 2">
            <a:extLst>
              <a:ext uri="{FF2B5EF4-FFF2-40B4-BE49-F238E27FC236}">
                <a16:creationId xmlns:a16="http://schemas.microsoft.com/office/drawing/2014/main" id="{278D40CB-4B7D-A4B2-9759-1A0EE40A7E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06149CB-C2D8-E1F3-7376-8CFC418938F8}"/>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1387443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1ED36E-DB48-F726-C550-D87709655C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1524D3B-A519-5556-5BE2-49B764D71E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72D31FF-60DA-BC02-2089-FA45FB5819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87611B-C4F0-A422-6C2E-6A8C863B7028}"/>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6" name="Footer Placeholder 5">
            <a:extLst>
              <a:ext uri="{FF2B5EF4-FFF2-40B4-BE49-F238E27FC236}">
                <a16:creationId xmlns:a16="http://schemas.microsoft.com/office/drawing/2014/main" id="{E74F0E08-1FC7-B095-D214-3620273671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4CCE35-D697-9B8F-F5FC-5A8F1294D41C}"/>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1580699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421BE-4144-C6F1-01F3-8AECD9FF1F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AF8BEDB-7351-E16E-6B97-B985CF005C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F1E6AB-3460-1424-0E53-4D0D551A17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137C13-8E0D-7D5D-46DD-5005AAD5AC94}"/>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6" name="Footer Placeholder 5">
            <a:extLst>
              <a:ext uri="{FF2B5EF4-FFF2-40B4-BE49-F238E27FC236}">
                <a16:creationId xmlns:a16="http://schemas.microsoft.com/office/drawing/2014/main" id="{1947A7A2-BECB-082B-5763-351C82F428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B73B66-891A-B965-41D1-F34FCB111841}"/>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1736362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6E9D5-9368-25D2-C1B9-B9937E0DEA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D4E5C6-B807-F921-23EE-2A6B97F3A5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CAEA9-48D4-BDF9-5B5A-9916F25D8DC0}"/>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5" name="Footer Placeholder 4">
            <a:extLst>
              <a:ext uri="{FF2B5EF4-FFF2-40B4-BE49-F238E27FC236}">
                <a16:creationId xmlns:a16="http://schemas.microsoft.com/office/drawing/2014/main" id="{343B9B31-8BC1-2A24-E5ED-DE4A8213C5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68ADB7-751E-03B0-25E0-DD0BCA55157E}"/>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2865176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74749E-F9B5-AD78-9093-398FDF0D4D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1B9758-80FE-5F6B-2F57-BC5CCBE23C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4449B1-573A-CCAE-B5A0-060FD92318AF}"/>
              </a:ext>
            </a:extLst>
          </p:cNvPr>
          <p:cNvSpPr>
            <a:spLocks noGrp="1"/>
          </p:cNvSpPr>
          <p:nvPr>
            <p:ph type="dt" sz="half" idx="10"/>
          </p:nvPr>
        </p:nvSpPr>
        <p:spPr/>
        <p:txBody>
          <a:bodyPr/>
          <a:lstStyle/>
          <a:p>
            <a:fld id="{12093217-D4C4-4B88-B4FE-71C8ADC2150D}" type="datetimeFigureOut">
              <a:rPr lang="en-IN" smtClean="0"/>
              <a:t>01-11-2025</a:t>
            </a:fld>
            <a:endParaRPr lang="en-IN"/>
          </a:p>
        </p:txBody>
      </p:sp>
      <p:sp>
        <p:nvSpPr>
          <p:cNvPr id="5" name="Footer Placeholder 4">
            <a:extLst>
              <a:ext uri="{FF2B5EF4-FFF2-40B4-BE49-F238E27FC236}">
                <a16:creationId xmlns:a16="http://schemas.microsoft.com/office/drawing/2014/main" id="{A980AB75-0F5D-A689-AA76-360A71FD1F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79FFC7-65FD-0D95-EF5C-F2DD302D7AC8}"/>
              </a:ext>
            </a:extLst>
          </p:cNvPr>
          <p:cNvSpPr>
            <a:spLocks noGrp="1"/>
          </p:cNvSpPr>
          <p:nvPr>
            <p:ph type="sldNum" sz="quarter" idx="12"/>
          </p:nvPr>
        </p:nvSpPr>
        <p:spPr/>
        <p:txBody>
          <a:bodyPr/>
          <a:lstStyle/>
          <a:p>
            <a:fld id="{5FBC22E0-D5D6-42B6-8073-0683AFCE9104}" type="slidenum">
              <a:rPr lang="en-IN" smtClean="0"/>
              <a:t>‹#›</a:t>
            </a:fld>
            <a:endParaRPr lang="en-IN"/>
          </a:p>
        </p:txBody>
      </p:sp>
    </p:spTree>
    <p:extLst>
      <p:ext uri="{BB962C8B-B14F-4D97-AF65-F5344CB8AC3E}">
        <p14:creationId xmlns:p14="http://schemas.microsoft.com/office/powerpoint/2010/main" val="789754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E8E527-A083-1401-70A1-AE2B7F1DAE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5E2312-92B4-D5A1-3C45-2BC23B55FA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AF11AD-4A00-478A-B804-46B2F05904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093217-D4C4-4B88-B4FE-71C8ADC2150D}" type="datetimeFigureOut">
              <a:rPr lang="en-IN" smtClean="0"/>
              <a:t>01-11-2025</a:t>
            </a:fld>
            <a:endParaRPr lang="en-IN"/>
          </a:p>
        </p:txBody>
      </p:sp>
      <p:sp>
        <p:nvSpPr>
          <p:cNvPr id="5" name="Footer Placeholder 4">
            <a:extLst>
              <a:ext uri="{FF2B5EF4-FFF2-40B4-BE49-F238E27FC236}">
                <a16:creationId xmlns:a16="http://schemas.microsoft.com/office/drawing/2014/main" id="{BEF12196-D2B5-2CE7-B464-309C5E265F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E88F2C7-264E-FBE0-1AA4-142CD2FF84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BC22E0-D5D6-42B6-8073-0683AFCE9104}" type="slidenum">
              <a:rPr lang="en-IN" smtClean="0"/>
              <a:t>‹#›</a:t>
            </a:fld>
            <a:endParaRPr lang="en-IN"/>
          </a:p>
        </p:txBody>
      </p:sp>
    </p:spTree>
    <p:extLst>
      <p:ext uri="{BB962C8B-B14F-4D97-AF65-F5344CB8AC3E}">
        <p14:creationId xmlns:p14="http://schemas.microsoft.com/office/powerpoint/2010/main" val="39456894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4686869-3BC1-0363-8EE3-2B185AE2357F}"/>
              </a:ext>
            </a:extLst>
          </p:cNvPr>
          <p:cNvSpPr>
            <a:spLocks noGrp="1"/>
          </p:cNvSpPr>
          <p:nvPr>
            <p:ph type="subTitle" idx="1"/>
          </p:nvPr>
        </p:nvSpPr>
        <p:spPr>
          <a:xfrm>
            <a:off x="56355" y="3771900"/>
            <a:ext cx="11896725" cy="1432952"/>
          </a:xfrm>
        </p:spPr>
        <p:txBody>
          <a:bodyPr>
            <a:normAutofit/>
          </a:bodyPr>
          <a:lstStyle/>
          <a:p>
            <a:r>
              <a:rPr lang="en-US" sz="3200" b="1" dirty="0"/>
              <a:t>TOPIC: </a:t>
            </a:r>
            <a:r>
              <a:rPr lang="en-US" sz="3200" b="1" dirty="0">
                <a:solidFill>
                  <a:srgbClr val="0070C0"/>
                </a:solidFill>
              </a:rPr>
              <a:t>REDUNDANT PUBLICATIONS IN RESEARCH </a:t>
            </a:r>
            <a:endParaRPr lang="en-IN" sz="3200" dirty="0">
              <a:solidFill>
                <a:srgbClr val="0070C0"/>
              </a:solidFill>
            </a:endParaRPr>
          </a:p>
        </p:txBody>
      </p:sp>
      <p:sp>
        <p:nvSpPr>
          <p:cNvPr id="15" name="TextBox 14">
            <a:extLst>
              <a:ext uri="{FF2B5EF4-FFF2-40B4-BE49-F238E27FC236}">
                <a16:creationId xmlns:a16="http://schemas.microsoft.com/office/drawing/2014/main" id="{A74E2026-9E28-3FC9-C29D-CF92ACDA9DA0}"/>
              </a:ext>
            </a:extLst>
          </p:cNvPr>
          <p:cNvSpPr txBox="1"/>
          <p:nvPr/>
        </p:nvSpPr>
        <p:spPr>
          <a:xfrm>
            <a:off x="7820025" y="5717182"/>
            <a:ext cx="3914775" cy="1015663"/>
          </a:xfrm>
          <a:prstGeom prst="rect">
            <a:avLst/>
          </a:prstGeom>
          <a:noFill/>
        </p:spPr>
        <p:txBody>
          <a:bodyPr wrap="square">
            <a:spAutoFit/>
          </a:bodyPr>
          <a:lstStyle/>
          <a:p>
            <a:r>
              <a:rPr lang="en-US" sz="2000" b="1" dirty="0">
                <a:solidFill>
                  <a:srgbClr val="C00000"/>
                </a:solidFill>
              </a:rPr>
              <a:t>Presented by </a:t>
            </a:r>
            <a:r>
              <a:rPr lang="en-US" sz="2000" b="1" dirty="0">
                <a:solidFill>
                  <a:srgbClr val="002060"/>
                </a:solidFill>
              </a:rPr>
              <a:t>: DIVYA .B</a:t>
            </a:r>
            <a:endParaRPr lang="en-IN" sz="2000" b="1" dirty="0">
              <a:solidFill>
                <a:srgbClr val="002060"/>
              </a:solidFill>
            </a:endParaRPr>
          </a:p>
          <a:p>
            <a:r>
              <a:rPr lang="en-IN" sz="2000" b="1" dirty="0">
                <a:solidFill>
                  <a:srgbClr val="002060"/>
                </a:solidFill>
              </a:rPr>
              <a:t>                           PhD Scholar</a:t>
            </a:r>
          </a:p>
          <a:p>
            <a:r>
              <a:rPr lang="en-IN" sz="2000" b="1" dirty="0">
                <a:solidFill>
                  <a:srgbClr val="002060"/>
                </a:solidFill>
              </a:rPr>
              <a:t>                           </a:t>
            </a:r>
            <a:endParaRPr lang="en-US" sz="2000" b="1" dirty="0">
              <a:solidFill>
                <a:srgbClr val="002060"/>
              </a:solidFill>
            </a:endParaRPr>
          </a:p>
        </p:txBody>
      </p:sp>
      <p:pic>
        <p:nvPicPr>
          <p:cNvPr id="4" name="Google Shape;93;p13">
            <a:extLst>
              <a:ext uri="{FF2B5EF4-FFF2-40B4-BE49-F238E27FC236}">
                <a16:creationId xmlns:a16="http://schemas.microsoft.com/office/drawing/2014/main" id="{0F97CAE5-7D55-9CC6-526F-EF3B30FA5F44}"/>
              </a:ext>
            </a:extLst>
          </p:cNvPr>
          <p:cNvPicPr preferRelativeResize="0"/>
          <p:nvPr/>
        </p:nvPicPr>
        <p:blipFill rotWithShape="1">
          <a:blip r:embed="rId2">
            <a:alphaModFix/>
          </a:blip>
          <a:srcRect/>
          <a:stretch/>
        </p:blipFill>
        <p:spPr>
          <a:xfrm>
            <a:off x="166674" y="0"/>
            <a:ext cx="2743200" cy="1277082"/>
          </a:xfrm>
          <a:prstGeom prst="rect">
            <a:avLst/>
          </a:prstGeom>
          <a:noFill/>
          <a:ln>
            <a:noFill/>
          </a:ln>
        </p:spPr>
      </p:pic>
      <p:sp>
        <p:nvSpPr>
          <p:cNvPr id="6" name="Title 5">
            <a:extLst>
              <a:ext uri="{FF2B5EF4-FFF2-40B4-BE49-F238E27FC236}">
                <a16:creationId xmlns:a16="http://schemas.microsoft.com/office/drawing/2014/main" id="{4D8C40B0-F1D1-7159-2684-82AD2608FFEB}"/>
              </a:ext>
            </a:extLst>
          </p:cNvPr>
          <p:cNvSpPr>
            <a:spLocks noGrp="1"/>
          </p:cNvSpPr>
          <p:nvPr>
            <p:ph type="ctrTitle"/>
          </p:nvPr>
        </p:nvSpPr>
        <p:spPr>
          <a:xfrm>
            <a:off x="1548882" y="1122363"/>
            <a:ext cx="9119118" cy="1963737"/>
          </a:xfrm>
        </p:spPr>
        <p:txBody>
          <a:bodyPr>
            <a:normAutofit/>
          </a:bodyPr>
          <a:lstStyle/>
          <a:p>
            <a:r>
              <a:rPr lang="en-US" sz="3600" b="1" dirty="0">
                <a:latin typeface="Times New Roman"/>
                <a:ea typeface="Times New Roman"/>
                <a:cs typeface="Times New Roman"/>
                <a:sym typeface="Times New Roman"/>
              </a:rPr>
              <a:t>DEPARTMENT OF ELECTRICAL AND ELECTRONICS ENGINEERING </a:t>
            </a:r>
            <a:br>
              <a:rPr lang="en-US" dirty="0"/>
            </a:br>
            <a:endParaRPr lang="en-IN" dirty="0"/>
          </a:p>
        </p:txBody>
      </p:sp>
      <p:sp>
        <p:nvSpPr>
          <p:cNvPr id="8" name="TextBox 7">
            <a:extLst>
              <a:ext uri="{FF2B5EF4-FFF2-40B4-BE49-F238E27FC236}">
                <a16:creationId xmlns:a16="http://schemas.microsoft.com/office/drawing/2014/main" id="{4454E6C4-5CDB-367E-9EBF-7FC6009F8270}"/>
              </a:ext>
            </a:extLst>
          </p:cNvPr>
          <p:cNvSpPr txBox="1"/>
          <p:nvPr/>
        </p:nvSpPr>
        <p:spPr>
          <a:xfrm>
            <a:off x="2006081" y="2626991"/>
            <a:ext cx="8500187" cy="800219"/>
          </a:xfrm>
          <a:prstGeom prst="rect">
            <a:avLst/>
          </a:prstGeom>
          <a:noFill/>
        </p:spPr>
        <p:txBody>
          <a:bodyPr wrap="square">
            <a:spAutoFit/>
          </a:bodyPr>
          <a:lstStyle/>
          <a:p>
            <a:r>
              <a:rPr lang="en-IN" sz="2800" b="1" dirty="0">
                <a:solidFill>
                  <a:srgbClr val="FF0000"/>
                </a:solidFill>
              </a:rPr>
              <a:t>MODULE-3–PUBLICATION ETHICS AND MISCONDUCTS</a:t>
            </a:r>
            <a:r>
              <a:rPr lang="en-IN" dirty="0"/>
              <a:t>		</a:t>
            </a:r>
          </a:p>
        </p:txBody>
      </p:sp>
    </p:spTree>
    <p:extLst>
      <p:ext uri="{BB962C8B-B14F-4D97-AF65-F5344CB8AC3E}">
        <p14:creationId xmlns:p14="http://schemas.microsoft.com/office/powerpoint/2010/main" val="37786002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7BAB09D-EBA0-284D-10B5-59F23B178D28}"/>
              </a:ext>
            </a:extLst>
          </p:cNvPr>
          <p:cNvGrpSpPr/>
          <p:nvPr/>
        </p:nvGrpSpPr>
        <p:grpSpPr>
          <a:xfrm>
            <a:off x="894523" y="805278"/>
            <a:ext cx="3220864" cy="2318920"/>
            <a:chOff x="918179" y="451"/>
            <a:chExt cx="1832921" cy="1099753"/>
          </a:xfrm>
          <a:scene3d>
            <a:camera prst="orthographicFront"/>
            <a:lightRig rig="flat" dir="t"/>
          </a:scene3d>
        </p:grpSpPr>
        <p:sp>
          <p:nvSpPr>
            <p:cNvPr id="3" name="Rectangle: Rounded Corners 2">
              <a:extLst>
                <a:ext uri="{FF2B5EF4-FFF2-40B4-BE49-F238E27FC236}">
                  <a16:creationId xmlns:a16="http://schemas.microsoft.com/office/drawing/2014/main" id="{D9FAC699-2922-841C-5970-2D1ECF7CA8BA}"/>
                </a:ext>
              </a:extLst>
            </p:cNvPr>
            <p:cNvSpPr/>
            <p:nvPr/>
          </p:nvSpPr>
          <p:spPr>
            <a:xfrm>
              <a:off x="918179" y="451"/>
              <a:ext cx="1832921" cy="1099753"/>
            </a:xfrm>
            <a:prstGeom prst="roundRect">
              <a:avLst>
                <a:gd name="adj" fmla="val 10000"/>
              </a:avLst>
            </a:prstGeom>
            <a:ln>
              <a:noFill/>
            </a:ln>
          </p:spPr>
          <p:style>
            <a:lnRef idx="1">
              <a:schemeClr val="accent2"/>
            </a:lnRef>
            <a:fillRef idx="2">
              <a:schemeClr val="accent2"/>
            </a:fillRef>
            <a:effectRef idx="1">
              <a:schemeClr val="accent2"/>
            </a:effectRef>
            <a:fontRef idx="minor">
              <a:schemeClr val="dk1"/>
            </a:fontRef>
          </p:style>
        </p:sp>
        <p:sp>
          <p:nvSpPr>
            <p:cNvPr id="4" name="Rectangle: Rounded Corners 4">
              <a:extLst>
                <a:ext uri="{FF2B5EF4-FFF2-40B4-BE49-F238E27FC236}">
                  <a16:creationId xmlns:a16="http://schemas.microsoft.com/office/drawing/2014/main" id="{263DF666-0403-2397-0179-29CBF9E31E07}"/>
                </a:ext>
              </a:extLst>
            </p:cNvPr>
            <p:cNvSpPr txBox="1"/>
            <p:nvPr/>
          </p:nvSpPr>
          <p:spPr>
            <a:xfrm>
              <a:off x="989850" y="155651"/>
              <a:ext cx="1692447" cy="672530"/>
            </a:xfrm>
            <a:prstGeom prst="rect">
              <a:avLst/>
            </a:prstGeom>
            <a:ln>
              <a:noFill/>
            </a:ln>
          </p:spPr>
          <p:style>
            <a:lnRef idx="1">
              <a:schemeClr val="accent2"/>
            </a:lnRef>
            <a:fillRef idx="2">
              <a:schemeClr val="accent2"/>
            </a:fillRef>
            <a:effectRef idx="1">
              <a:schemeClr val="accent2"/>
            </a:effectRef>
            <a:fontRef idx="minor">
              <a:schemeClr val="dk1"/>
            </a:fontRef>
          </p:style>
          <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2000" b="1" dirty="0">
                  <a:solidFill>
                    <a:schemeClr val="tx1"/>
                  </a:solidFill>
                  <a:latin typeface="Arial Rounded MT Bold" panose="020F0704030504030204" pitchFamily="34" charset="0"/>
                </a:rPr>
                <a:t>I</a:t>
              </a:r>
              <a:r>
                <a:rPr lang="en-IN" sz="2000" b="1" dirty="0">
                  <a:solidFill>
                    <a:schemeClr val="tx1"/>
                  </a:solidFill>
                  <a:latin typeface="Arial Rounded MT Bold" panose="020F0704030504030204" pitchFamily="34" charset="0"/>
                </a:rPr>
                <a:t>ntroduction to Redundant publication and  </a:t>
              </a:r>
            </a:p>
            <a:p>
              <a:pPr marL="0" lvl="0" indent="0" algn="ctr" defTabSz="755650">
                <a:lnSpc>
                  <a:spcPct val="90000"/>
                </a:lnSpc>
                <a:spcBef>
                  <a:spcPct val="0"/>
                </a:spcBef>
                <a:spcAft>
                  <a:spcPct val="35000"/>
                </a:spcAft>
                <a:buNone/>
              </a:pPr>
              <a:r>
                <a:rPr lang="en-IN" sz="2000" b="1" kern="1200" dirty="0">
                  <a:solidFill>
                    <a:schemeClr val="tx1"/>
                  </a:solidFill>
                  <a:latin typeface="Arial Rounded MT Bold" panose="020F0704030504030204" pitchFamily="34" charset="0"/>
                </a:rPr>
                <a:t>Its Ty</a:t>
              </a:r>
              <a:r>
                <a:rPr lang="en-IN" sz="2000" b="1" dirty="0">
                  <a:solidFill>
                    <a:schemeClr val="tx1"/>
                  </a:solidFill>
                  <a:latin typeface="Arial Rounded MT Bold" panose="020F0704030504030204" pitchFamily="34" charset="0"/>
                </a:rPr>
                <a:t>pes</a:t>
              </a:r>
              <a:endParaRPr lang="en-IN" sz="2000" b="1" kern="1200" dirty="0">
                <a:solidFill>
                  <a:schemeClr val="tx1"/>
                </a:solidFill>
                <a:latin typeface="Arial Rounded MT Bold" panose="020F0704030504030204" pitchFamily="34" charset="0"/>
              </a:endParaRPr>
            </a:p>
          </p:txBody>
        </p:sp>
      </p:grpSp>
      <p:sp>
        <p:nvSpPr>
          <p:cNvPr id="6" name="TextBox 5">
            <a:extLst>
              <a:ext uri="{FF2B5EF4-FFF2-40B4-BE49-F238E27FC236}">
                <a16:creationId xmlns:a16="http://schemas.microsoft.com/office/drawing/2014/main" id="{1486137F-C7D2-D47F-F73E-B600DD73ABEC}"/>
              </a:ext>
            </a:extLst>
          </p:cNvPr>
          <p:cNvSpPr txBox="1"/>
          <p:nvPr/>
        </p:nvSpPr>
        <p:spPr>
          <a:xfrm>
            <a:off x="295275" y="3507867"/>
            <a:ext cx="3105150" cy="523220"/>
          </a:xfrm>
          <a:prstGeom prst="rect">
            <a:avLst/>
          </a:prstGeom>
          <a:noFill/>
        </p:spPr>
        <p:txBody>
          <a:bodyPr wrap="square">
            <a:spAutoFit/>
          </a:bodyPr>
          <a:lstStyle/>
          <a:p>
            <a:r>
              <a:rPr lang="en-IN" sz="2800" b="1" dirty="0">
                <a:latin typeface="Arial Rounded MT Bold" panose="020F0704030504030204" pitchFamily="34" charset="0"/>
              </a:rPr>
              <a:t>AN OVERVIEW</a:t>
            </a:r>
          </a:p>
        </p:txBody>
      </p:sp>
      <p:grpSp>
        <p:nvGrpSpPr>
          <p:cNvPr id="9" name="Group 8">
            <a:extLst>
              <a:ext uri="{FF2B5EF4-FFF2-40B4-BE49-F238E27FC236}">
                <a16:creationId xmlns:a16="http://schemas.microsoft.com/office/drawing/2014/main" id="{1B9440BF-BB6D-3A46-1E41-5563A0D36F4E}"/>
              </a:ext>
            </a:extLst>
          </p:cNvPr>
          <p:cNvGrpSpPr/>
          <p:nvPr/>
        </p:nvGrpSpPr>
        <p:grpSpPr>
          <a:xfrm>
            <a:off x="4704973" y="758773"/>
            <a:ext cx="3220864" cy="2411929"/>
            <a:chOff x="3449569" y="63806"/>
            <a:chExt cx="1857827" cy="1104547"/>
          </a:xfrm>
          <a:scene3d>
            <a:camera prst="orthographicFront"/>
            <a:lightRig rig="flat" dir="t"/>
          </a:scene3d>
        </p:grpSpPr>
        <p:sp>
          <p:nvSpPr>
            <p:cNvPr id="10" name="Rectangle: Rounded Corners 9">
              <a:extLst>
                <a:ext uri="{FF2B5EF4-FFF2-40B4-BE49-F238E27FC236}">
                  <a16:creationId xmlns:a16="http://schemas.microsoft.com/office/drawing/2014/main" id="{1B629C6D-A136-10A0-9CB2-CE7AD7737E83}"/>
                </a:ext>
              </a:extLst>
            </p:cNvPr>
            <p:cNvSpPr/>
            <p:nvPr/>
          </p:nvSpPr>
          <p:spPr>
            <a:xfrm>
              <a:off x="3449569" y="63806"/>
              <a:ext cx="1857827" cy="1104547"/>
            </a:xfrm>
            <a:prstGeom prst="roundRect">
              <a:avLst>
                <a:gd name="adj" fmla="val 10000"/>
              </a:avLst>
            </a:prstGeom>
          </p:spPr>
          <p:style>
            <a:lnRef idx="1">
              <a:schemeClr val="accent5"/>
            </a:lnRef>
            <a:fillRef idx="2">
              <a:schemeClr val="accent5"/>
            </a:fillRef>
            <a:effectRef idx="1">
              <a:schemeClr val="accent5"/>
            </a:effectRef>
            <a:fontRef idx="minor">
              <a:schemeClr val="dk1"/>
            </a:fontRef>
          </p:style>
        </p:sp>
        <p:sp>
          <p:nvSpPr>
            <p:cNvPr id="11" name="Rectangle: Rounded Corners 4">
              <a:extLst>
                <a:ext uri="{FF2B5EF4-FFF2-40B4-BE49-F238E27FC236}">
                  <a16:creationId xmlns:a16="http://schemas.microsoft.com/office/drawing/2014/main" id="{26C98F90-2567-3D5E-B5CA-798049F93AE1}"/>
                </a:ext>
              </a:extLst>
            </p:cNvPr>
            <p:cNvSpPr txBox="1"/>
            <p:nvPr/>
          </p:nvSpPr>
          <p:spPr>
            <a:xfrm>
              <a:off x="3504168" y="111096"/>
              <a:ext cx="1705406" cy="984667"/>
            </a:xfrm>
            <a:prstGeom prst="rect">
              <a:avLst/>
            </a:prstGeom>
            <a:ln>
              <a:noFill/>
            </a:ln>
          </p:spPr>
          <p:style>
            <a:lnRef idx="1">
              <a:schemeClr val="accent5"/>
            </a:lnRef>
            <a:fillRef idx="2">
              <a:schemeClr val="accent5"/>
            </a:fillRef>
            <a:effectRef idx="1">
              <a:schemeClr val="accent5"/>
            </a:effectRef>
            <a:fontRef idx="minor">
              <a:schemeClr val="dk1"/>
            </a:fontRef>
          </p:style>
          <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endParaRPr lang="en-IN" sz="2000" b="1" kern="1200" dirty="0">
                <a:solidFill>
                  <a:schemeClr val="tx1"/>
                </a:solidFill>
              </a:endParaRPr>
            </a:p>
          </p:txBody>
        </p:sp>
      </p:grpSp>
      <p:grpSp>
        <p:nvGrpSpPr>
          <p:cNvPr id="12" name="Group 11">
            <a:extLst>
              <a:ext uri="{FF2B5EF4-FFF2-40B4-BE49-F238E27FC236}">
                <a16:creationId xmlns:a16="http://schemas.microsoft.com/office/drawing/2014/main" id="{9550A34C-B5AD-4F52-5552-7CA91F31F6BD}"/>
              </a:ext>
            </a:extLst>
          </p:cNvPr>
          <p:cNvGrpSpPr/>
          <p:nvPr/>
        </p:nvGrpSpPr>
        <p:grpSpPr>
          <a:xfrm>
            <a:off x="8382133" y="809581"/>
            <a:ext cx="3006874" cy="2314617"/>
            <a:chOff x="896908" y="1406"/>
            <a:chExt cx="1873909" cy="1124345"/>
          </a:xfrm>
          <a:scene3d>
            <a:camera prst="orthographicFront"/>
            <a:lightRig rig="flat" dir="t"/>
          </a:scene3d>
        </p:grpSpPr>
        <p:sp>
          <p:nvSpPr>
            <p:cNvPr id="13" name="Rectangle: Rounded Corners 12">
              <a:extLst>
                <a:ext uri="{FF2B5EF4-FFF2-40B4-BE49-F238E27FC236}">
                  <a16:creationId xmlns:a16="http://schemas.microsoft.com/office/drawing/2014/main" id="{DFCDB5AE-50A0-3D60-0B77-365449DADCCA}"/>
                </a:ext>
              </a:extLst>
            </p:cNvPr>
            <p:cNvSpPr/>
            <p:nvPr/>
          </p:nvSpPr>
          <p:spPr>
            <a:xfrm>
              <a:off x="896908" y="1406"/>
              <a:ext cx="1873909" cy="1124345"/>
            </a:xfrm>
            <a:prstGeom prst="roundRect">
              <a:avLst>
                <a:gd name="adj" fmla="val 10000"/>
              </a:avLst>
            </a:prstGeom>
          </p:spPr>
          <p:style>
            <a:lnRef idx="1">
              <a:schemeClr val="accent6"/>
            </a:lnRef>
            <a:fillRef idx="2">
              <a:schemeClr val="accent6"/>
            </a:fillRef>
            <a:effectRef idx="1">
              <a:schemeClr val="accent6"/>
            </a:effectRef>
            <a:fontRef idx="minor">
              <a:schemeClr val="dk1"/>
            </a:fontRef>
          </p:style>
          <p:txBody>
            <a:bodyPr/>
            <a:lstStyle/>
            <a:p>
              <a:endParaRPr lang="en-IN" dirty="0"/>
            </a:p>
          </p:txBody>
        </p:sp>
        <p:sp>
          <p:nvSpPr>
            <p:cNvPr id="14" name="Rectangle: Rounded Corners 4">
              <a:extLst>
                <a:ext uri="{FF2B5EF4-FFF2-40B4-BE49-F238E27FC236}">
                  <a16:creationId xmlns:a16="http://schemas.microsoft.com/office/drawing/2014/main" id="{85454C26-0287-CBBD-92F7-FD9A7FAA8BF5}"/>
                </a:ext>
              </a:extLst>
            </p:cNvPr>
            <p:cNvSpPr txBox="1"/>
            <p:nvPr/>
          </p:nvSpPr>
          <p:spPr>
            <a:xfrm>
              <a:off x="929839" y="34337"/>
              <a:ext cx="1808047" cy="1058483"/>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lvl="0"/>
              <a:endParaRPr lang="en-IN" sz="2000" dirty="0"/>
            </a:p>
          </p:txBody>
        </p:sp>
      </p:grpSp>
      <p:grpSp>
        <p:nvGrpSpPr>
          <p:cNvPr id="15" name="Group 14">
            <a:extLst>
              <a:ext uri="{FF2B5EF4-FFF2-40B4-BE49-F238E27FC236}">
                <a16:creationId xmlns:a16="http://schemas.microsoft.com/office/drawing/2014/main" id="{9AD45860-0A59-F617-CC68-2AE6CED89DA9}"/>
              </a:ext>
            </a:extLst>
          </p:cNvPr>
          <p:cNvGrpSpPr/>
          <p:nvPr/>
        </p:nvGrpSpPr>
        <p:grpSpPr>
          <a:xfrm>
            <a:off x="4281471" y="3733803"/>
            <a:ext cx="3967692" cy="2589995"/>
            <a:chOff x="6143856" y="1875316"/>
            <a:chExt cx="1873909" cy="1124345"/>
          </a:xfrm>
          <a:scene3d>
            <a:camera prst="orthographicFront"/>
            <a:lightRig rig="flat" dir="t"/>
          </a:scene3d>
        </p:grpSpPr>
        <p:sp>
          <p:nvSpPr>
            <p:cNvPr id="16" name="Rectangle: Rounded Corners 15">
              <a:extLst>
                <a:ext uri="{FF2B5EF4-FFF2-40B4-BE49-F238E27FC236}">
                  <a16:creationId xmlns:a16="http://schemas.microsoft.com/office/drawing/2014/main" id="{E1ADC869-5836-96C8-AA10-10689E0F976F}"/>
                </a:ext>
              </a:extLst>
            </p:cNvPr>
            <p:cNvSpPr/>
            <p:nvPr/>
          </p:nvSpPr>
          <p:spPr>
            <a:xfrm>
              <a:off x="6143856" y="1875316"/>
              <a:ext cx="1873909" cy="1124345"/>
            </a:xfrm>
            <a:prstGeom prst="roundRect">
              <a:avLst>
                <a:gd name="adj" fmla="val 10000"/>
              </a:avLst>
            </a:prstGeom>
          </p:spPr>
          <p:style>
            <a:lnRef idx="1">
              <a:schemeClr val="accent3"/>
            </a:lnRef>
            <a:fillRef idx="2">
              <a:schemeClr val="accent3"/>
            </a:fillRef>
            <a:effectRef idx="1">
              <a:schemeClr val="accent3"/>
            </a:effectRef>
            <a:fontRef idx="minor">
              <a:schemeClr val="dk1"/>
            </a:fontRef>
          </p:style>
          <p:txBody>
            <a:bodyPr/>
            <a:lstStyle/>
            <a:p>
              <a:endParaRPr lang="en-IN" dirty="0"/>
            </a:p>
          </p:txBody>
        </p:sp>
        <p:sp>
          <p:nvSpPr>
            <p:cNvPr id="17" name="Rectangle: Rounded Corners 4">
              <a:extLst>
                <a:ext uri="{FF2B5EF4-FFF2-40B4-BE49-F238E27FC236}">
                  <a16:creationId xmlns:a16="http://schemas.microsoft.com/office/drawing/2014/main" id="{9C918CC1-101A-9CC3-44BC-C7A44758FC2A}"/>
                </a:ext>
              </a:extLst>
            </p:cNvPr>
            <p:cNvSpPr txBox="1"/>
            <p:nvPr/>
          </p:nvSpPr>
          <p:spPr>
            <a:xfrm>
              <a:off x="6176788" y="1907032"/>
              <a:ext cx="1840977" cy="1024955"/>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endParaRPr lang="en-IN" sz="2000" b="1" kern="1200" dirty="0">
                <a:solidFill>
                  <a:schemeClr val="tx1"/>
                </a:solidFill>
              </a:endParaRPr>
            </a:p>
          </p:txBody>
        </p:sp>
      </p:grpSp>
      <p:sp>
        <p:nvSpPr>
          <p:cNvPr id="24" name="Rectangle: Rounded Corners 4">
            <a:extLst>
              <a:ext uri="{FF2B5EF4-FFF2-40B4-BE49-F238E27FC236}">
                <a16:creationId xmlns:a16="http://schemas.microsoft.com/office/drawing/2014/main" id="{37CB9147-9F6E-FDA6-6481-33F471E35766}"/>
              </a:ext>
            </a:extLst>
          </p:cNvPr>
          <p:cNvSpPr txBox="1"/>
          <p:nvPr/>
        </p:nvSpPr>
        <p:spPr>
          <a:xfrm>
            <a:off x="3006617" y="4738868"/>
            <a:ext cx="1764354" cy="1032904"/>
          </a:xfrm>
          <a:prstGeom prst="rect">
            <a:avLst/>
          </a:prstGeom>
          <a:scene3d>
            <a:camera prst="orthographicFront"/>
            <a:lightRig rig="flat" dir="t"/>
          </a:scene3d>
          <a:sp3d/>
        </p:spPr>
        <p:style>
          <a:lnRef idx="0">
            <a:scrgbClr r="0" g="0" b="0"/>
          </a:lnRef>
          <a:fillRef idx="0">
            <a:scrgbClr r="0" g="0" b="0"/>
          </a:fillRef>
          <a:effectRef idx="0">
            <a:scrgbClr r="0" g="0" b="0"/>
          </a:effectRef>
          <a:fontRef idx="minor">
            <a:schemeClr val="lt1"/>
          </a:fontRef>
        </p:style>
        <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endParaRPr lang="en-IN" sz="1700" kern="1200" dirty="0"/>
          </a:p>
        </p:txBody>
      </p:sp>
      <p:sp>
        <p:nvSpPr>
          <p:cNvPr id="7" name="TextBox 6">
            <a:extLst>
              <a:ext uri="{FF2B5EF4-FFF2-40B4-BE49-F238E27FC236}">
                <a16:creationId xmlns:a16="http://schemas.microsoft.com/office/drawing/2014/main" id="{1F61C765-71B4-A2AD-4B7D-96111A26EEDA}"/>
              </a:ext>
            </a:extLst>
          </p:cNvPr>
          <p:cNvSpPr txBox="1"/>
          <p:nvPr/>
        </p:nvSpPr>
        <p:spPr>
          <a:xfrm>
            <a:off x="4770971" y="990429"/>
            <a:ext cx="3154866" cy="646331"/>
          </a:xfrm>
          <a:prstGeom prst="rect">
            <a:avLst/>
          </a:prstGeom>
          <a:noFill/>
        </p:spPr>
        <p:txBody>
          <a:bodyPr wrap="square">
            <a:spAutoFit/>
          </a:bodyPr>
          <a:lstStyle/>
          <a:p>
            <a:pPr algn="ctr"/>
            <a:r>
              <a:rPr lang="en-IN" sz="1800" b="1" dirty="0">
                <a:effectLst/>
                <a:latin typeface="Arial Rounded MT Bold" panose="020F0704030504030204" pitchFamily="34" charset="0"/>
                <a:ea typeface="Calibri" panose="020F0502020204030204" pitchFamily="34" charset="0"/>
                <a:cs typeface="Mangal" panose="02040503050203030202" pitchFamily="18" charset="0"/>
              </a:rPr>
              <a:t>Why is Redundant Publication a Concern</a:t>
            </a:r>
            <a:r>
              <a:rPr lang="en-IN" sz="1800" dirty="0">
                <a:effectLst/>
                <a:latin typeface="Arial Rounded MT Bold" panose="020F0704030504030204" pitchFamily="34" charset="0"/>
                <a:ea typeface="Calibri" panose="020F0502020204030204" pitchFamily="34" charset="0"/>
                <a:cs typeface="Mangal" panose="02040503050203030202" pitchFamily="18" charset="0"/>
              </a:rPr>
              <a:t>?</a:t>
            </a:r>
            <a:endParaRPr lang="en-IN" dirty="0">
              <a:latin typeface="Arial Rounded MT Bold" panose="020F0704030504030204" pitchFamily="34" charset="0"/>
            </a:endParaRPr>
          </a:p>
        </p:txBody>
      </p:sp>
      <p:sp>
        <p:nvSpPr>
          <p:cNvPr id="18" name="TextBox 17">
            <a:extLst>
              <a:ext uri="{FF2B5EF4-FFF2-40B4-BE49-F238E27FC236}">
                <a16:creationId xmlns:a16="http://schemas.microsoft.com/office/drawing/2014/main" id="{32332CD5-815E-1796-1411-9CB1E2EAC5D2}"/>
              </a:ext>
            </a:extLst>
          </p:cNvPr>
          <p:cNvSpPr txBox="1"/>
          <p:nvPr/>
        </p:nvSpPr>
        <p:spPr>
          <a:xfrm>
            <a:off x="4725362" y="1709820"/>
            <a:ext cx="3105151" cy="1200329"/>
          </a:xfrm>
          <a:prstGeom prst="rect">
            <a:avLst/>
          </a:prstGeom>
          <a:noFill/>
        </p:spPr>
        <p:txBody>
          <a:bodyPr wrap="square">
            <a:spAutoFit/>
          </a:bodyPr>
          <a:lstStyle/>
          <a:p>
            <a:pPr algn="ctr"/>
            <a:r>
              <a:rPr lang="en-IN" b="1" dirty="0">
                <a:effectLst/>
                <a:latin typeface="Arial Rounded MT Bold" panose="020F0704030504030204" pitchFamily="34" charset="0"/>
                <a:ea typeface="Times New Roman" panose="02020603050405020304" pitchFamily="18" charset="0"/>
              </a:rPr>
              <a:t>Why Do Researcher’s Engage in </a:t>
            </a:r>
          </a:p>
          <a:p>
            <a:pPr algn="ctr"/>
            <a:r>
              <a:rPr lang="en-IN" b="1" dirty="0">
                <a:effectLst/>
                <a:latin typeface="Arial Rounded MT Bold" panose="020F0704030504030204" pitchFamily="34" charset="0"/>
                <a:ea typeface="Times New Roman" panose="02020603050405020304" pitchFamily="18" charset="0"/>
              </a:rPr>
              <a:t>Redundant Publication?</a:t>
            </a:r>
            <a:br>
              <a:rPr lang="en-IN" b="1" dirty="0">
                <a:effectLst/>
                <a:latin typeface="Arial Rounded MT Bold" panose="020F0704030504030204" pitchFamily="34" charset="0"/>
                <a:ea typeface="Times New Roman" panose="02020603050405020304" pitchFamily="18" charset="0"/>
              </a:rPr>
            </a:br>
            <a:endParaRPr lang="en-IN" b="1" dirty="0">
              <a:latin typeface="Arial Rounded MT Bold" panose="020F0704030504030204" pitchFamily="34" charset="0"/>
            </a:endParaRPr>
          </a:p>
        </p:txBody>
      </p:sp>
      <p:sp>
        <p:nvSpPr>
          <p:cNvPr id="20" name="TextBox 19">
            <a:extLst>
              <a:ext uri="{FF2B5EF4-FFF2-40B4-BE49-F238E27FC236}">
                <a16:creationId xmlns:a16="http://schemas.microsoft.com/office/drawing/2014/main" id="{A7168EA3-0C2F-FA04-3313-FE3F1B636F6D}"/>
              </a:ext>
            </a:extLst>
          </p:cNvPr>
          <p:cNvSpPr txBox="1"/>
          <p:nvPr/>
        </p:nvSpPr>
        <p:spPr>
          <a:xfrm>
            <a:off x="8041129" y="1904283"/>
            <a:ext cx="3688882" cy="646331"/>
          </a:xfrm>
          <a:prstGeom prst="rect">
            <a:avLst/>
          </a:prstGeom>
          <a:noFill/>
        </p:spPr>
        <p:txBody>
          <a:bodyPr wrap="square">
            <a:spAutoFit/>
          </a:bodyPr>
          <a:lstStyle/>
          <a:p>
            <a:pPr algn="ctr"/>
            <a:r>
              <a:rPr lang="en-IN" sz="1800" b="1" kern="0" dirty="0">
                <a:solidFill>
                  <a:srgbClr val="000000"/>
                </a:solidFill>
                <a:effectLst/>
                <a:latin typeface="Arial Rounded MT Bold" panose="020F0704030504030204" pitchFamily="34" charset="0"/>
                <a:ea typeface="Times New Roman" panose="02020603050405020304" pitchFamily="18" charset="0"/>
              </a:rPr>
              <a:t>Addressing Redundant Publication</a:t>
            </a:r>
            <a:endParaRPr lang="en-IN" dirty="0"/>
          </a:p>
        </p:txBody>
      </p:sp>
      <p:sp>
        <p:nvSpPr>
          <p:cNvPr id="25" name="TextBox 24">
            <a:extLst>
              <a:ext uri="{FF2B5EF4-FFF2-40B4-BE49-F238E27FC236}">
                <a16:creationId xmlns:a16="http://schemas.microsoft.com/office/drawing/2014/main" id="{6BA00ADC-8CFB-8770-02D4-B364C28B8995}"/>
              </a:ext>
            </a:extLst>
          </p:cNvPr>
          <p:cNvSpPr txBox="1"/>
          <p:nvPr/>
        </p:nvSpPr>
        <p:spPr>
          <a:xfrm>
            <a:off x="8419497" y="1132530"/>
            <a:ext cx="2932145" cy="646331"/>
          </a:xfrm>
          <a:prstGeom prst="rect">
            <a:avLst/>
          </a:prstGeom>
          <a:noFill/>
        </p:spPr>
        <p:txBody>
          <a:bodyPr wrap="square">
            <a:spAutoFit/>
          </a:bodyPr>
          <a:lstStyle/>
          <a:p>
            <a:pPr lvl="0" algn="ctr"/>
            <a:r>
              <a:rPr lang="en-IN" sz="1800" b="1" dirty="0">
                <a:effectLst/>
                <a:latin typeface="Arial Rounded MT Bold" panose="020F0704030504030204" pitchFamily="34" charset="0"/>
                <a:ea typeface="Times New Roman" panose="02020603050405020304" pitchFamily="18" charset="0"/>
              </a:rPr>
              <a:t>How to Prevent Redundant Publication</a:t>
            </a:r>
            <a:endParaRPr lang="en-IN" sz="1800" dirty="0">
              <a:latin typeface="Arial Rounded MT Bold" panose="020F0704030504030204" pitchFamily="34" charset="0"/>
            </a:endParaRPr>
          </a:p>
        </p:txBody>
      </p:sp>
      <p:sp>
        <p:nvSpPr>
          <p:cNvPr id="27" name="TextBox 26">
            <a:extLst>
              <a:ext uri="{FF2B5EF4-FFF2-40B4-BE49-F238E27FC236}">
                <a16:creationId xmlns:a16="http://schemas.microsoft.com/office/drawing/2014/main" id="{22516933-6A31-CB4D-35A4-5FFE6AAA4DC5}"/>
              </a:ext>
            </a:extLst>
          </p:cNvPr>
          <p:cNvSpPr txBox="1"/>
          <p:nvPr/>
        </p:nvSpPr>
        <p:spPr>
          <a:xfrm>
            <a:off x="4322580" y="4091716"/>
            <a:ext cx="4112394" cy="369332"/>
          </a:xfrm>
          <a:prstGeom prst="rect">
            <a:avLst/>
          </a:prstGeom>
          <a:noFill/>
        </p:spPr>
        <p:txBody>
          <a:bodyPr wrap="square">
            <a:spAutoFit/>
          </a:bodyPr>
          <a:lstStyle/>
          <a:p>
            <a:r>
              <a:rPr lang="en-IN" b="1" kern="0" dirty="0">
                <a:effectLst/>
                <a:latin typeface="Arial Rounded MT Bold" panose="020F0704030504030204" pitchFamily="34" charset="0"/>
                <a:ea typeface="Times New Roman" panose="02020603050405020304" pitchFamily="18" charset="0"/>
                <a:cs typeface="Mangal" panose="02040503050203030202" pitchFamily="18" charset="0"/>
              </a:rPr>
              <a:t>Ethical Guidelines and References</a:t>
            </a:r>
            <a:endParaRPr lang="en-IN" dirty="0"/>
          </a:p>
        </p:txBody>
      </p:sp>
      <p:sp>
        <p:nvSpPr>
          <p:cNvPr id="29" name="TextBox 28">
            <a:extLst>
              <a:ext uri="{FF2B5EF4-FFF2-40B4-BE49-F238E27FC236}">
                <a16:creationId xmlns:a16="http://schemas.microsoft.com/office/drawing/2014/main" id="{0387DA67-6B1A-160E-DC9F-D6501CB4C836}"/>
              </a:ext>
            </a:extLst>
          </p:cNvPr>
          <p:cNvSpPr txBox="1"/>
          <p:nvPr/>
        </p:nvSpPr>
        <p:spPr>
          <a:xfrm>
            <a:off x="4076700" y="4586470"/>
            <a:ext cx="4172462" cy="590931"/>
          </a:xfrm>
          <a:prstGeom prst="rect">
            <a:avLst/>
          </a:prstGeom>
          <a:noFill/>
        </p:spPr>
        <p:txBody>
          <a:bodyPr wrap="square">
            <a:spAutoFit/>
          </a:bodyPr>
          <a:lstStyle/>
          <a:p>
            <a:pPr marL="0" lvl="0" indent="0" algn="ctr" defTabSz="711200">
              <a:lnSpc>
                <a:spcPct val="90000"/>
              </a:lnSpc>
              <a:spcBef>
                <a:spcPct val="0"/>
              </a:spcBef>
              <a:spcAft>
                <a:spcPct val="35000"/>
              </a:spcAft>
              <a:buNone/>
            </a:pPr>
            <a:r>
              <a:rPr lang="en-IN" sz="1800" b="1" kern="0" dirty="0">
                <a:solidFill>
                  <a:schemeClr val="tx1"/>
                </a:solidFill>
                <a:effectLst/>
                <a:latin typeface="Arial Rounded MT Bold" panose="020F0704030504030204" pitchFamily="34" charset="0"/>
                <a:ea typeface="Times New Roman" panose="02020603050405020304" pitchFamily="18" charset="0"/>
                <a:cs typeface="Mangal" panose="02040503050203030202" pitchFamily="18" charset="0"/>
              </a:rPr>
              <a:t>Consequences of Redundant Publication</a:t>
            </a:r>
            <a:endParaRPr lang="en-IN" sz="1800" b="1" kern="1200" dirty="0">
              <a:solidFill>
                <a:schemeClr val="tx1"/>
              </a:solidFill>
            </a:endParaRPr>
          </a:p>
        </p:txBody>
      </p:sp>
      <p:sp>
        <p:nvSpPr>
          <p:cNvPr id="31" name="TextBox 30">
            <a:extLst>
              <a:ext uri="{FF2B5EF4-FFF2-40B4-BE49-F238E27FC236}">
                <a16:creationId xmlns:a16="http://schemas.microsoft.com/office/drawing/2014/main" id="{2D72DFAD-2FBD-E9EE-8342-6154FE2F650A}"/>
              </a:ext>
            </a:extLst>
          </p:cNvPr>
          <p:cNvSpPr txBox="1"/>
          <p:nvPr/>
        </p:nvSpPr>
        <p:spPr>
          <a:xfrm>
            <a:off x="4269641" y="5276356"/>
            <a:ext cx="4218272" cy="646331"/>
          </a:xfrm>
          <a:prstGeom prst="rect">
            <a:avLst/>
          </a:prstGeom>
          <a:noFill/>
        </p:spPr>
        <p:txBody>
          <a:bodyPr wrap="square">
            <a:spAutoFit/>
          </a:bodyPr>
          <a:lstStyle/>
          <a:p>
            <a:r>
              <a:rPr lang="en-IN" sz="1800" b="1" kern="0" dirty="0">
                <a:effectLst/>
                <a:latin typeface="Arial Rounded MT Bold" panose="020F0704030504030204" pitchFamily="34" charset="0"/>
                <a:ea typeface="Times New Roman" panose="02020603050405020304" pitchFamily="18" charset="0"/>
                <a:cs typeface="Mangal" panose="02040503050203030202" pitchFamily="18" charset="0"/>
              </a:rPr>
              <a:t>Responsible Publishing Practices</a:t>
            </a:r>
            <a:br>
              <a:rPr lang="en-IN" sz="1800" kern="100" dirty="0">
                <a:effectLst/>
                <a:latin typeface="Arial Rounded MT Bold" panose="020F0704030504030204" pitchFamily="34" charset="0"/>
                <a:ea typeface="Calibri" panose="020F0502020204030204" pitchFamily="34" charset="0"/>
                <a:cs typeface="Mangal" panose="02040503050203030202" pitchFamily="18" charset="0"/>
              </a:rPr>
            </a:br>
            <a:endParaRPr lang="en-IN" dirty="0"/>
          </a:p>
        </p:txBody>
      </p:sp>
    </p:spTree>
    <p:extLst>
      <p:ext uri="{BB962C8B-B14F-4D97-AF65-F5344CB8AC3E}">
        <p14:creationId xmlns:p14="http://schemas.microsoft.com/office/powerpoint/2010/main" val="767165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hought Bubble: Cloud 1">
            <a:extLst>
              <a:ext uri="{FF2B5EF4-FFF2-40B4-BE49-F238E27FC236}">
                <a16:creationId xmlns:a16="http://schemas.microsoft.com/office/drawing/2014/main" id="{9EA6285A-A14F-29DB-8A40-4BB0FE05BBC7}"/>
              </a:ext>
            </a:extLst>
          </p:cNvPr>
          <p:cNvSpPr/>
          <p:nvPr/>
        </p:nvSpPr>
        <p:spPr>
          <a:xfrm>
            <a:off x="2825987" y="1175981"/>
            <a:ext cx="6449815" cy="3393192"/>
          </a:xfrm>
          <a:prstGeom prst="cloudCallou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sz="2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r>
              <a:rPr lang="en-IN" sz="2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Also known as duplicate publication, occurs when the same or substantially similar research findings are published in multiple papers or journals without proper attribution or disclosure</a:t>
            </a:r>
            <a:r>
              <a:rPr lang="en-IN" sz="2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C2E1A38-7EAB-3F14-46E9-BD4F183F367B}"/>
              </a:ext>
            </a:extLst>
          </p:cNvPr>
          <p:cNvSpPr txBox="1"/>
          <p:nvPr/>
        </p:nvSpPr>
        <p:spPr>
          <a:xfrm>
            <a:off x="2885942" y="591206"/>
            <a:ext cx="6329907" cy="584775"/>
          </a:xfrm>
          <a:prstGeom prst="rect">
            <a:avLst/>
          </a:prstGeom>
          <a:noFill/>
        </p:spPr>
        <p:txBody>
          <a:bodyPr wrap="square" rtlCol="0">
            <a:spAutoFit/>
          </a:bodyPr>
          <a:lstStyle/>
          <a:p>
            <a:pPr algn="ctr"/>
            <a:r>
              <a:rPr lang="en-US" sz="3200" b="1" dirty="0">
                <a:latin typeface="Arial Rounded MT Bold" panose="020F0704030504030204" pitchFamily="34" charset="0"/>
              </a:rPr>
              <a:t>REDUNDANT PUBLICATION</a:t>
            </a:r>
            <a:endParaRPr lang="en-IN" sz="3200" b="1" dirty="0">
              <a:latin typeface="Arial Rounded MT Bold" panose="020F0704030504030204" pitchFamily="34" charset="0"/>
            </a:endParaRPr>
          </a:p>
        </p:txBody>
      </p:sp>
      <p:pic>
        <p:nvPicPr>
          <p:cNvPr id="3074" name="Picture 2" descr="Business Man Teacher Pointing With Pointer Stick Illustrations, Royalty ...">
            <a:extLst>
              <a:ext uri="{FF2B5EF4-FFF2-40B4-BE49-F238E27FC236}">
                <a16:creationId xmlns:a16="http://schemas.microsoft.com/office/drawing/2014/main" id="{397B52EB-87A8-92F3-701D-BDCEA092F1C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316" t="12030" r="8271" b="8271"/>
          <a:stretch/>
        </p:blipFill>
        <p:spPr bwMode="auto">
          <a:xfrm>
            <a:off x="1349042" y="3984860"/>
            <a:ext cx="2358143" cy="2873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922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73FA0-1408-2D03-F651-4FC60ED77037}"/>
              </a:ext>
            </a:extLst>
          </p:cNvPr>
          <p:cNvSpPr>
            <a:spLocks noGrp="1"/>
          </p:cNvSpPr>
          <p:nvPr>
            <p:ph type="title"/>
          </p:nvPr>
        </p:nvSpPr>
        <p:spPr>
          <a:xfrm>
            <a:off x="838200" y="480629"/>
            <a:ext cx="10515600" cy="1325563"/>
          </a:xfrm>
        </p:spPr>
        <p:txBody>
          <a:bodyPr>
            <a:normAutofit/>
          </a:bodyPr>
          <a:lstStyle/>
          <a:p>
            <a:pPr algn="ctr"/>
            <a:r>
              <a:rPr lang="en-US" sz="3600" dirty="0">
                <a:latin typeface="Arial Rounded MT Bold" panose="020F0704030504030204" pitchFamily="34" charset="0"/>
              </a:rPr>
              <a:t>TYPES OF REDUNDANT PUBLICATION</a:t>
            </a:r>
            <a:br>
              <a:rPr lang="en-IN" sz="4400" dirty="0">
                <a:latin typeface="Arial Rounded MT Bold" panose="020F0704030504030204" pitchFamily="34" charset="0"/>
              </a:rPr>
            </a:br>
            <a:endParaRPr lang="en-IN" dirty="0"/>
          </a:p>
        </p:txBody>
      </p:sp>
      <p:graphicFrame>
        <p:nvGraphicFramePr>
          <p:cNvPr id="4" name="Content Placeholder 3">
            <a:extLst>
              <a:ext uri="{FF2B5EF4-FFF2-40B4-BE49-F238E27FC236}">
                <a16:creationId xmlns:a16="http://schemas.microsoft.com/office/drawing/2014/main" id="{853ECEBC-D28E-8AC4-1468-8979A0CC4EE1}"/>
              </a:ext>
            </a:extLst>
          </p:cNvPr>
          <p:cNvGraphicFramePr>
            <a:graphicFrameLocks noGrp="1"/>
          </p:cNvGraphicFramePr>
          <p:nvPr>
            <p:ph idx="1"/>
            <p:extLst>
              <p:ext uri="{D42A27DB-BD31-4B8C-83A1-F6EECF244321}">
                <p14:modId xmlns:p14="http://schemas.microsoft.com/office/powerpoint/2010/main" val="2567902237"/>
              </p:ext>
            </p:extLst>
          </p:nvPr>
        </p:nvGraphicFramePr>
        <p:xfrm>
          <a:off x="963329" y="1434164"/>
          <a:ext cx="10390471" cy="45791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113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5698" y="419464"/>
            <a:ext cx="10231742" cy="6000792"/>
          </a:xfrm>
        </p:spPr>
        <p:txBody>
          <a:bodyPr>
            <a:normAutofit/>
          </a:bodyPr>
          <a:lstStyle/>
          <a:p>
            <a:pPr algn="ctr">
              <a:buNone/>
            </a:pPr>
            <a:r>
              <a:rPr lang="en-IN" sz="4000" b="1" u="sng" dirty="0"/>
              <a:t>Case Study 1</a:t>
            </a:r>
          </a:p>
          <a:p>
            <a:pPr algn="just">
              <a:buNone/>
            </a:pPr>
            <a:r>
              <a:rPr lang="en-IN" dirty="0"/>
              <a:t>   A paper which was originally published in French language, re-submitted in another journal in English language.</a:t>
            </a:r>
          </a:p>
          <a:p>
            <a:pPr algn="just"/>
            <a:r>
              <a:rPr lang="en-IN" b="1" dirty="0"/>
              <a:t>Explanation by Author-</a:t>
            </a:r>
          </a:p>
          <a:p>
            <a:pPr marL="273050" indent="0" algn="just">
              <a:buNone/>
            </a:pPr>
            <a:r>
              <a:rPr lang="en-IN" dirty="0"/>
              <a:t>The original paper had been published in French language 20 year ago in ‘non-accessible language’ so he requested to board to accept the new version of paper in accessible language (English language)</a:t>
            </a:r>
          </a:p>
          <a:p>
            <a:pPr algn="just"/>
            <a:r>
              <a:rPr lang="en-IN" b="1" dirty="0"/>
              <a:t>Response of the journal-</a:t>
            </a:r>
          </a:p>
          <a:p>
            <a:pPr marL="273050" indent="0" algn="just">
              <a:buNone/>
            </a:pPr>
            <a:r>
              <a:rPr lang="en-IN" dirty="0"/>
              <a:t>They rejected that paper and advised the author to add the appropriate disclosure with pointer back to the original article.</a:t>
            </a:r>
          </a:p>
          <a:p>
            <a:pPr algn="just"/>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6845" y="390430"/>
            <a:ext cx="8911687" cy="904244"/>
          </a:xfrm>
        </p:spPr>
        <p:txBody>
          <a:bodyPr>
            <a:normAutofit/>
          </a:bodyPr>
          <a:lstStyle/>
          <a:p>
            <a:pPr algn="ctr"/>
            <a:r>
              <a:rPr lang="en-IN" b="1" u="sng" dirty="0"/>
              <a:t>Case Study 2</a:t>
            </a:r>
            <a:endParaRPr lang="en-US" b="1" u="sng" dirty="0"/>
          </a:p>
        </p:txBody>
      </p:sp>
      <p:sp>
        <p:nvSpPr>
          <p:cNvPr id="3" name="Content Placeholder 2"/>
          <p:cNvSpPr>
            <a:spLocks noGrp="1"/>
          </p:cNvSpPr>
          <p:nvPr>
            <p:ph idx="1"/>
          </p:nvPr>
        </p:nvSpPr>
        <p:spPr>
          <a:xfrm>
            <a:off x="1459149" y="1021404"/>
            <a:ext cx="10045463" cy="5446165"/>
          </a:xfrm>
        </p:spPr>
        <p:txBody>
          <a:bodyPr>
            <a:normAutofit/>
          </a:bodyPr>
          <a:lstStyle/>
          <a:p>
            <a:pPr algn="just">
              <a:buNone/>
            </a:pPr>
            <a:r>
              <a:rPr lang="en-IN" dirty="0"/>
              <a:t>    A author had sent a manuscript in Journal A for publication, In peer review process it was found that the manuscript had been already published in Journal B then Journal A asked to author about this.</a:t>
            </a:r>
          </a:p>
          <a:p>
            <a:pPr marL="0" indent="0" algn="just">
              <a:buNone/>
            </a:pPr>
            <a:r>
              <a:rPr lang="en-IN" b="1" dirty="0"/>
              <a:t>Author’s Answer-</a:t>
            </a:r>
          </a:p>
          <a:p>
            <a:pPr algn="just"/>
            <a:r>
              <a:rPr lang="en-IN" dirty="0"/>
              <a:t>Author said that he asked to Journal B to withdrawal their manuscript before sent to this paper in Journal A but they had not been done.</a:t>
            </a:r>
          </a:p>
          <a:p>
            <a:pPr marL="0" indent="0" algn="just">
              <a:buNone/>
            </a:pPr>
            <a:r>
              <a:rPr lang="en-IN" b="1" dirty="0"/>
              <a:t>Response of the Journal A-</a:t>
            </a:r>
          </a:p>
          <a:p>
            <a:pPr algn="just"/>
            <a:r>
              <a:rPr lang="en-IN" dirty="0"/>
              <a:t>They rejected the manuscript.</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7396" y="509451"/>
            <a:ext cx="10697216" cy="5401771"/>
          </a:xfrm>
        </p:spPr>
        <p:txBody>
          <a:bodyPr/>
          <a:lstStyle/>
          <a:p>
            <a:pPr algn="just">
              <a:buNone/>
            </a:pPr>
            <a:r>
              <a:rPr lang="en-IN" dirty="0"/>
              <a:t>    After a few week, their publication had been withdrawal from Journal B but author didn’t give a proper explanation for withdrawal (Author simply said that they feel he had need to add more in their work) and re-submit same manuscript.</a:t>
            </a:r>
          </a:p>
          <a:p>
            <a:pPr algn="just"/>
            <a:r>
              <a:rPr lang="en-IN" b="1" dirty="0"/>
              <a:t>Response of Journal A-</a:t>
            </a:r>
          </a:p>
          <a:p>
            <a:pPr algn="just"/>
            <a:r>
              <a:rPr lang="en-IN" dirty="0"/>
              <a:t>(I)Journal A, checked the manuscript on Journal B website.</a:t>
            </a:r>
          </a:p>
          <a:p>
            <a:pPr algn="just"/>
            <a:r>
              <a:rPr lang="en-IN" dirty="0"/>
              <a:t> (II) Journal A concerned that there might be copies of the Journal B version of article in downloaded &amp; saved by reader.</a:t>
            </a:r>
          </a:p>
          <a:p>
            <a:pPr algn="just"/>
            <a:r>
              <a:rPr lang="en-IN" dirty="0"/>
              <a:t>(III) They rejected that manuscript.</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0A6D8-09EB-C655-3E3B-38F56D5C7379}"/>
              </a:ext>
            </a:extLst>
          </p:cNvPr>
          <p:cNvSpPr>
            <a:spLocks noGrp="1"/>
          </p:cNvSpPr>
          <p:nvPr>
            <p:ph type="title"/>
          </p:nvPr>
        </p:nvSpPr>
        <p:spPr>
          <a:xfrm>
            <a:off x="838200" y="365126"/>
            <a:ext cx="10515600" cy="1308032"/>
          </a:xfrm>
        </p:spPr>
        <p:txBody>
          <a:bodyPr/>
          <a:lstStyle/>
          <a:p>
            <a:pPr algn="ctr"/>
            <a:r>
              <a:rPr lang="en-IN" b="1" dirty="0">
                <a:solidFill>
                  <a:srgbClr val="7030A0"/>
                </a:solidFill>
              </a:rPr>
              <a:t>Salami Slicing</a:t>
            </a:r>
            <a:br>
              <a:rPr lang="en-IN" dirty="0"/>
            </a:br>
            <a:endParaRPr lang="en-IN" dirty="0"/>
          </a:p>
        </p:txBody>
      </p:sp>
      <p:sp>
        <p:nvSpPr>
          <p:cNvPr id="3" name="Content Placeholder 2">
            <a:extLst>
              <a:ext uri="{FF2B5EF4-FFF2-40B4-BE49-F238E27FC236}">
                <a16:creationId xmlns:a16="http://schemas.microsoft.com/office/drawing/2014/main" id="{8C22919E-CB9B-0B2B-BDD9-8FAF2D4F69E9}"/>
              </a:ext>
            </a:extLst>
          </p:cNvPr>
          <p:cNvSpPr>
            <a:spLocks noGrp="1"/>
          </p:cNvSpPr>
          <p:nvPr>
            <p:ph idx="1"/>
          </p:nvPr>
        </p:nvSpPr>
        <p:spPr>
          <a:xfrm>
            <a:off x="838200" y="1235413"/>
            <a:ext cx="10515600" cy="4941550"/>
          </a:xfrm>
        </p:spPr>
        <p:txBody>
          <a:bodyPr>
            <a:normAutofit lnSpcReduction="10000"/>
          </a:bodyPr>
          <a:lstStyle/>
          <a:p>
            <a:pPr marL="0" indent="0">
              <a:buNone/>
            </a:pPr>
            <a:r>
              <a:rPr lang="en-US" b="1" dirty="0"/>
              <a:t>🧪 </a:t>
            </a:r>
            <a:r>
              <a:rPr lang="en-US" sz="3500" b="1" dirty="0"/>
              <a:t>Case Study 1:</a:t>
            </a:r>
          </a:p>
          <a:p>
            <a:pPr>
              <a:buFont typeface="Wingdings" panose="05000000000000000000" pitchFamily="2" charset="2"/>
              <a:buChar char="Ø"/>
            </a:pPr>
            <a:r>
              <a:rPr lang="en-US" dirty="0"/>
              <a:t>A psychologist conducts a large survey on </a:t>
            </a:r>
            <a:r>
              <a:rPr lang="en-US" b="1" dirty="0"/>
              <a:t>“Mental Health and Lifestyle among University Students.”</a:t>
            </a:r>
            <a:br>
              <a:rPr lang="en-US" dirty="0"/>
            </a:br>
            <a:r>
              <a:rPr lang="en-US" dirty="0"/>
              <a:t>The survey includes 1,000 students and covers variables like sleep, diet, exercise, and academic stress.</a:t>
            </a:r>
            <a:br>
              <a:rPr lang="en-US" dirty="0"/>
            </a:br>
            <a:r>
              <a:rPr lang="en-US" dirty="0"/>
              <a:t>Instead of publishing one comprehensive paper, the researcher publishes:</a:t>
            </a:r>
          </a:p>
          <a:p>
            <a:pPr>
              <a:buFont typeface="Wingdings" panose="05000000000000000000" pitchFamily="2" charset="2"/>
              <a:buChar char="Ø"/>
            </a:pPr>
            <a:r>
              <a:rPr lang="en-US" dirty="0"/>
              <a:t>Paper 1 – </a:t>
            </a:r>
            <a:r>
              <a:rPr lang="en-US" i="1" dirty="0"/>
              <a:t>“Effect of Sleep on Stress in Students”</a:t>
            </a:r>
            <a:endParaRPr lang="en-US" dirty="0"/>
          </a:p>
          <a:p>
            <a:pPr>
              <a:buFont typeface="Wingdings" panose="05000000000000000000" pitchFamily="2" charset="2"/>
              <a:buChar char="Ø"/>
            </a:pPr>
            <a:r>
              <a:rPr lang="en-US" dirty="0"/>
              <a:t>Paper 2 – </a:t>
            </a:r>
            <a:r>
              <a:rPr lang="en-US" i="1" dirty="0"/>
              <a:t>“Impact of Diet on Student Mood”</a:t>
            </a:r>
            <a:endParaRPr lang="en-US" dirty="0"/>
          </a:p>
          <a:p>
            <a:pPr>
              <a:buFont typeface="Wingdings" panose="05000000000000000000" pitchFamily="2" charset="2"/>
              <a:buChar char="Ø"/>
            </a:pPr>
            <a:r>
              <a:rPr lang="en-US" dirty="0"/>
              <a:t>Paper 3 – </a:t>
            </a:r>
            <a:r>
              <a:rPr lang="en-US" i="1" dirty="0"/>
              <a:t>“Exercise and Academic Performance”</a:t>
            </a:r>
            <a:endParaRPr lang="en-US" dirty="0"/>
          </a:p>
          <a:p>
            <a:pPr>
              <a:buFont typeface="Wingdings" panose="05000000000000000000" pitchFamily="2" charset="2"/>
              <a:buChar char="Ø"/>
            </a:pPr>
            <a:r>
              <a:rPr lang="en-US" dirty="0"/>
              <a:t>Paper 4 – </a:t>
            </a:r>
            <a:r>
              <a:rPr lang="en-US" i="1" dirty="0"/>
              <a:t>“Overall Lifestyle Patterns in University Students”</a:t>
            </a:r>
            <a:endParaRPr lang="en-US" dirty="0"/>
          </a:p>
          <a:p>
            <a:endParaRPr lang="en-IN" dirty="0"/>
          </a:p>
        </p:txBody>
      </p:sp>
    </p:spTree>
    <p:extLst>
      <p:ext uri="{BB962C8B-B14F-4D97-AF65-F5344CB8AC3E}">
        <p14:creationId xmlns:p14="http://schemas.microsoft.com/office/powerpoint/2010/main" val="2797429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F84AE1C-76DD-ABE5-32AB-40588798AA10}"/>
              </a:ext>
            </a:extLst>
          </p:cNvPr>
          <p:cNvSpPr txBox="1"/>
          <p:nvPr/>
        </p:nvSpPr>
        <p:spPr>
          <a:xfrm>
            <a:off x="671209" y="622570"/>
            <a:ext cx="10972799" cy="5113387"/>
          </a:xfrm>
          <a:prstGeom prst="rect">
            <a:avLst/>
          </a:prstGeom>
          <a:noFill/>
        </p:spPr>
        <p:txBody>
          <a:bodyPr wrap="square">
            <a:spAutoFit/>
          </a:bodyPr>
          <a:lstStyle/>
          <a:p>
            <a:pPr>
              <a:lnSpc>
                <a:spcPct val="150000"/>
              </a:lnSpc>
              <a:buNone/>
            </a:pPr>
            <a:r>
              <a:rPr lang="en-US" sz="2800" b="1" dirty="0"/>
              <a:t>Case Study 2</a:t>
            </a:r>
            <a:br>
              <a:rPr lang="en-US" sz="2800" dirty="0"/>
            </a:br>
            <a:r>
              <a:rPr lang="en-US" sz="2400" dirty="0"/>
              <a:t>A researcher conducts a comprehensive study on </a:t>
            </a:r>
            <a:r>
              <a:rPr lang="en-US" sz="2400" i="1" dirty="0"/>
              <a:t>“Multi-Transmitter Adaptive Control in Wireless Power Transfer.”</a:t>
            </a:r>
            <a:br>
              <a:rPr lang="en-US" sz="2400" dirty="0"/>
            </a:br>
            <a:r>
              <a:rPr lang="en-US" sz="2400" dirty="0"/>
              <a:t>Instead of publishing it as one complete paper, they publish:</a:t>
            </a:r>
          </a:p>
          <a:p>
            <a:pPr>
              <a:lnSpc>
                <a:spcPct val="150000"/>
              </a:lnSpc>
              <a:buFont typeface="Arial" panose="020B0604020202020204" pitchFamily="34" charset="0"/>
              <a:buChar char="•"/>
            </a:pPr>
            <a:r>
              <a:rPr lang="en-US" sz="2400" dirty="0"/>
              <a:t>Paper 1: “Transmitter A Performance Analysis”</a:t>
            </a:r>
          </a:p>
          <a:p>
            <a:pPr>
              <a:lnSpc>
                <a:spcPct val="150000"/>
              </a:lnSpc>
              <a:buFont typeface="Arial" panose="020B0604020202020204" pitchFamily="34" charset="0"/>
              <a:buChar char="•"/>
            </a:pPr>
            <a:r>
              <a:rPr lang="en-US" sz="2400" dirty="0"/>
              <a:t>Paper 2: “Transmitter B Performance Analysis”</a:t>
            </a:r>
          </a:p>
          <a:p>
            <a:pPr>
              <a:lnSpc>
                <a:spcPct val="150000"/>
              </a:lnSpc>
              <a:buFont typeface="Arial" panose="020B0604020202020204" pitchFamily="34" charset="0"/>
              <a:buChar char="•"/>
            </a:pPr>
            <a:r>
              <a:rPr lang="en-US" sz="2400" dirty="0"/>
              <a:t>Paper 3: “Combined System Simulation”</a:t>
            </a:r>
            <a:br>
              <a:rPr lang="en-US" sz="2400" dirty="0"/>
            </a:br>
            <a:r>
              <a:rPr lang="en-US" sz="2400" dirty="0"/>
              <a:t>Each paper uses the same dataset and setup, with slight variations, without indicating that they’re all part of a single project.</a:t>
            </a:r>
          </a:p>
        </p:txBody>
      </p:sp>
    </p:spTree>
    <p:extLst>
      <p:ext uri="{BB962C8B-B14F-4D97-AF65-F5344CB8AC3E}">
        <p14:creationId xmlns:p14="http://schemas.microsoft.com/office/powerpoint/2010/main" val="6233147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F5A0CD4-B3D7-B271-BA39-08F0A538F878}"/>
              </a:ext>
            </a:extLst>
          </p:cNvPr>
          <p:cNvSpPr txBox="1"/>
          <p:nvPr/>
        </p:nvSpPr>
        <p:spPr>
          <a:xfrm>
            <a:off x="992221" y="1264596"/>
            <a:ext cx="10000034" cy="6143348"/>
          </a:xfrm>
          <a:prstGeom prst="rect">
            <a:avLst/>
          </a:prstGeom>
          <a:noFill/>
        </p:spPr>
        <p:txBody>
          <a:bodyPr wrap="square">
            <a:spAutoFit/>
          </a:bodyPr>
          <a:lstStyle/>
          <a:p>
            <a:pPr>
              <a:lnSpc>
                <a:spcPct val="150000"/>
              </a:lnSpc>
              <a:buNone/>
            </a:pPr>
            <a:r>
              <a:rPr lang="en-US" sz="2400" b="1" dirty="0">
                <a:solidFill>
                  <a:srgbClr val="7030A0"/>
                </a:solidFill>
              </a:rPr>
              <a:t>🧩 Case Study: 1. OVERLAPPING PUBLICATION</a:t>
            </a:r>
          </a:p>
          <a:p>
            <a:pPr>
              <a:lnSpc>
                <a:spcPct val="150000"/>
              </a:lnSpc>
              <a:buNone/>
            </a:pPr>
            <a:r>
              <a:rPr lang="en-US" sz="2400" b="1" dirty="0"/>
              <a:t>The “Reused Data” Scenario</a:t>
            </a:r>
            <a:br>
              <a:rPr lang="en-US" dirty="0"/>
            </a:br>
            <a:r>
              <a:rPr lang="en-US" dirty="0"/>
              <a:t>A researcher conducts a survey on stress levels among 500 school teachers.</a:t>
            </a:r>
          </a:p>
          <a:p>
            <a:pPr>
              <a:lnSpc>
                <a:spcPct val="150000"/>
              </a:lnSpc>
              <a:buFont typeface="Arial" panose="020B0604020202020204" pitchFamily="34" charset="0"/>
              <a:buChar char="•"/>
            </a:pPr>
            <a:r>
              <a:rPr lang="en-US" dirty="0"/>
              <a:t>In one journal, she publishes a paper titled </a:t>
            </a:r>
            <a:r>
              <a:rPr lang="en-US" i="1" dirty="0"/>
              <a:t>“Stress and Job Satisfaction among Teachers.”</a:t>
            </a:r>
            <a:endParaRPr lang="en-US" dirty="0"/>
          </a:p>
          <a:p>
            <a:pPr>
              <a:lnSpc>
                <a:spcPct val="150000"/>
              </a:lnSpc>
              <a:buFont typeface="Arial" panose="020B0604020202020204" pitchFamily="34" charset="0"/>
              <a:buChar char="•"/>
            </a:pPr>
            <a:r>
              <a:rPr lang="en-US" dirty="0"/>
              <a:t>A few months later, she submits another paper to a different journal titled </a:t>
            </a:r>
            <a:r>
              <a:rPr lang="en-US" i="1" dirty="0"/>
              <a:t>“Stress and Teaching Effectiveness among Teachers,”</a:t>
            </a:r>
            <a:r>
              <a:rPr lang="en-US" dirty="0"/>
              <a:t> using </a:t>
            </a:r>
            <a:r>
              <a:rPr lang="en-US" b="1" dirty="0"/>
              <a:t>the same 500 responses</a:t>
            </a:r>
            <a:r>
              <a:rPr lang="en-US" dirty="0"/>
              <a:t> but only changing the statistical focus slightly.</a:t>
            </a:r>
          </a:p>
          <a:p>
            <a:pPr>
              <a:lnSpc>
                <a:spcPct val="150000"/>
              </a:lnSpc>
              <a:buFont typeface="Arial" panose="020B0604020202020204" pitchFamily="34" charset="0"/>
              <a:buChar char="•"/>
            </a:pPr>
            <a:endParaRPr lang="en-US" dirty="0"/>
          </a:p>
          <a:p>
            <a:pPr>
              <a:lnSpc>
                <a:spcPct val="150000"/>
              </a:lnSpc>
              <a:buNone/>
            </a:pPr>
            <a:r>
              <a:rPr lang="en-US" b="1" dirty="0"/>
              <a:t>Why it’s overlapping:</a:t>
            </a:r>
            <a:br>
              <a:rPr lang="en-US" dirty="0"/>
            </a:br>
            <a:r>
              <a:rPr lang="en-US" dirty="0"/>
              <a:t>Both papers use </a:t>
            </a:r>
            <a:r>
              <a:rPr lang="en-US" b="1" dirty="0"/>
              <a:t>the same dataset</a:t>
            </a:r>
            <a:r>
              <a:rPr lang="en-US" dirty="0"/>
              <a:t>, and much of the </a:t>
            </a:r>
            <a:r>
              <a:rPr lang="en-US" b="1" dirty="0"/>
              <a:t>introduction, methods, and discussion</a:t>
            </a:r>
            <a:r>
              <a:rPr lang="en-US" dirty="0"/>
              <a:t> sections are identical. Even though the second article focuses on a slightly different angle, the overlap in text and data makes it </a:t>
            </a:r>
            <a:r>
              <a:rPr lang="en-US" b="1" dirty="0"/>
              <a:t>an overlapping publication</a:t>
            </a:r>
            <a:r>
              <a:rPr lang="en-US" dirty="0"/>
              <a:t>.</a:t>
            </a:r>
          </a:p>
          <a:p>
            <a:pPr>
              <a:lnSpc>
                <a:spcPct val="150000"/>
              </a:lnSpc>
              <a:buNone/>
            </a:pPr>
            <a:br>
              <a:rPr lang="en-US" dirty="0"/>
            </a:br>
            <a:endParaRPr lang="en-US" dirty="0"/>
          </a:p>
        </p:txBody>
      </p:sp>
    </p:spTree>
    <p:extLst>
      <p:ext uri="{BB962C8B-B14F-4D97-AF65-F5344CB8AC3E}">
        <p14:creationId xmlns:p14="http://schemas.microsoft.com/office/powerpoint/2010/main" val="1817505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D73E7E-E722-0BC9-0E96-B94656EA2E78}"/>
              </a:ext>
            </a:extLst>
          </p:cNvPr>
          <p:cNvSpPr>
            <a:spLocks noGrp="1"/>
          </p:cNvSpPr>
          <p:nvPr>
            <p:ph idx="1"/>
          </p:nvPr>
        </p:nvSpPr>
        <p:spPr>
          <a:xfrm>
            <a:off x="651753" y="603116"/>
            <a:ext cx="10702047" cy="5963054"/>
          </a:xfrm>
        </p:spPr>
        <p:txBody>
          <a:bodyPr>
            <a:normAutofit/>
          </a:bodyPr>
          <a:lstStyle/>
          <a:p>
            <a:r>
              <a:rPr lang="en-US" b="1" dirty="0">
                <a:solidFill>
                  <a:srgbClr val="7030A0"/>
                </a:solidFill>
              </a:rPr>
              <a:t>📊 </a:t>
            </a:r>
            <a:r>
              <a:rPr lang="en-US" b="1" dirty="0"/>
              <a:t>Case Study: 2. </a:t>
            </a:r>
            <a:br>
              <a:rPr lang="en-US" dirty="0"/>
            </a:br>
            <a:r>
              <a:rPr lang="en-US" dirty="0"/>
              <a:t>A medical researcher publishes a study on the effectiveness of Drug A in reducing blood pressure among 100 patients.</a:t>
            </a:r>
            <a:br>
              <a:rPr lang="en-US" dirty="0"/>
            </a:br>
            <a:r>
              <a:rPr lang="en-US" dirty="0"/>
              <a:t>Later, he publishes another article with nearly </a:t>
            </a:r>
            <a:r>
              <a:rPr lang="en-US" b="1" dirty="0"/>
              <a:t>the same introduction, methods, and graphs</a:t>
            </a:r>
            <a:r>
              <a:rPr lang="en-US" dirty="0"/>
              <a:t>, but changes the drug name to “a similar compound.”</a:t>
            </a:r>
            <a:br>
              <a:rPr lang="en-US" dirty="0"/>
            </a:br>
            <a:r>
              <a:rPr lang="en-US" dirty="0"/>
              <a:t>The second study doesn’t add much new information.</a:t>
            </a:r>
          </a:p>
          <a:p>
            <a:pPr>
              <a:lnSpc>
                <a:spcPct val="150000"/>
              </a:lnSpc>
            </a:pPr>
            <a:r>
              <a:rPr lang="en-US" b="1" dirty="0"/>
              <a:t>Why it’s overlapping:</a:t>
            </a:r>
            <a:br>
              <a:rPr lang="en-US" dirty="0"/>
            </a:br>
            <a:r>
              <a:rPr lang="en-US" dirty="0"/>
              <a:t>The </a:t>
            </a:r>
            <a:r>
              <a:rPr lang="en-US" b="1" dirty="0"/>
              <a:t>methods and background sections are almost identical</a:t>
            </a:r>
            <a:r>
              <a:rPr lang="en-US" dirty="0"/>
              <a:t>, and the second publication gives the </a:t>
            </a:r>
            <a:r>
              <a:rPr lang="en-US" b="1" dirty="0"/>
              <a:t>impression of a new study</a:t>
            </a:r>
            <a:r>
              <a:rPr lang="en-US" dirty="0"/>
              <a:t> when it’s largely repetitive.</a:t>
            </a:r>
          </a:p>
          <a:p>
            <a:endParaRPr lang="en-IN" dirty="0"/>
          </a:p>
        </p:txBody>
      </p:sp>
    </p:spTree>
    <p:extLst>
      <p:ext uri="{BB962C8B-B14F-4D97-AF65-F5344CB8AC3E}">
        <p14:creationId xmlns:p14="http://schemas.microsoft.com/office/powerpoint/2010/main" val="895893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p:cNvSpPr/>
          <p:nvPr/>
        </p:nvSpPr>
        <p:spPr>
          <a:xfrm>
            <a:off x="4800600" y="838200"/>
            <a:ext cx="2514600" cy="9906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latin typeface="Cambria" pitchFamily="18" charset="0"/>
              </a:rPr>
              <a:t>Assembly of two or more articles to produce another </a:t>
            </a:r>
          </a:p>
        </p:txBody>
      </p:sp>
      <p:sp>
        <p:nvSpPr>
          <p:cNvPr id="11" name="Rounded Rectangle 10"/>
          <p:cNvSpPr/>
          <p:nvPr/>
        </p:nvSpPr>
        <p:spPr>
          <a:xfrm>
            <a:off x="1752600" y="1676400"/>
            <a:ext cx="2514600" cy="1143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latin typeface="Cambria" pitchFamily="18" charset="0"/>
              </a:rPr>
              <a:t>Reproduction of an already published article using identical sample </a:t>
            </a:r>
          </a:p>
        </p:txBody>
      </p:sp>
      <p:sp>
        <p:nvSpPr>
          <p:cNvPr id="13" name="Rounded Rectangle 12"/>
          <p:cNvSpPr/>
          <p:nvPr/>
        </p:nvSpPr>
        <p:spPr>
          <a:xfrm>
            <a:off x="1676400" y="4114800"/>
            <a:ext cx="2514600" cy="1143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latin typeface="Cambria" pitchFamily="18" charset="0"/>
              </a:rPr>
              <a:t>Samples and outcomes different from the main article </a:t>
            </a:r>
          </a:p>
        </p:txBody>
      </p:sp>
      <p:sp>
        <p:nvSpPr>
          <p:cNvPr id="15" name="Rounded Rectangle 14"/>
          <p:cNvSpPr/>
          <p:nvPr/>
        </p:nvSpPr>
        <p:spPr>
          <a:xfrm>
            <a:off x="4724400" y="5029200"/>
            <a:ext cx="2514600" cy="1143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latin typeface="Cambria" pitchFamily="18" charset="0"/>
              </a:rPr>
              <a:t>Reporting part of a larger trial and reporting identical outcomes </a:t>
            </a:r>
          </a:p>
        </p:txBody>
      </p:sp>
      <p:sp>
        <p:nvSpPr>
          <p:cNvPr id="16" name="Rounded Rectangle 15"/>
          <p:cNvSpPr/>
          <p:nvPr/>
        </p:nvSpPr>
        <p:spPr>
          <a:xfrm>
            <a:off x="7924800" y="1676400"/>
            <a:ext cx="2514600" cy="1143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latin typeface="Cambria" pitchFamily="18" charset="0"/>
              </a:rPr>
              <a:t>Reporting on different outcomes from the same study sample </a:t>
            </a:r>
          </a:p>
        </p:txBody>
      </p:sp>
      <p:sp>
        <p:nvSpPr>
          <p:cNvPr id="17" name="Rounded Rectangle 16"/>
          <p:cNvSpPr/>
          <p:nvPr/>
        </p:nvSpPr>
        <p:spPr>
          <a:xfrm>
            <a:off x="8001000" y="4114800"/>
            <a:ext cx="2362200" cy="9906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latin typeface="Cambria" pitchFamily="18" charset="0"/>
              </a:rPr>
              <a:t>New data added to a preliminary article </a:t>
            </a:r>
          </a:p>
        </p:txBody>
      </p:sp>
      <p:sp>
        <p:nvSpPr>
          <p:cNvPr id="19" name="Rounded Rectangle 18"/>
          <p:cNvSpPr/>
          <p:nvPr/>
        </p:nvSpPr>
        <p:spPr>
          <a:xfrm>
            <a:off x="4800600" y="2895600"/>
            <a:ext cx="2514600"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000" b="1" dirty="0">
                <a:latin typeface="Cambria" pitchFamily="18" charset="0"/>
              </a:rPr>
              <a:t>Taxonomy of Duplicate Publication </a:t>
            </a:r>
          </a:p>
        </p:txBody>
      </p:sp>
      <p:cxnSp>
        <p:nvCxnSpPr>
          <p:cNvPr id="30" name="Straight Connector 29"/>
          <p:cNvCxnSpPr/>
          <p:nvPr/>
        </p:nvCxnSpPr>
        <p:spPr>
          <a:xfrm>
            <a:off x="6019800" y="1828800"/>
            <a:ext cx="0" cy="1066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6019800" y="4038600"/>
            <a:ext cx="0" cy="990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7315200" y="3962400"/>
            <a:ext cx="68580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flipV="1">
            <a:off x="7315200" y="2590800"/>
            <a:ext cx="60960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4267200" y="2590800"/>
            <a:ext cx="53340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4191000" y="3810000"/>
            <a:ext cx="609600" cy="68580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5AFCCFC-3EFA-E8DF-BDDC-88B95AE4D53C}"/>
              </a:ext>
            </a:extLst>
          </p:cNvPr>
          <p:cNvGrpSpPr/>
          <p:nvPr/>
        </p:nvGrpSpPr>
        <p:grpSpPr>
          <a:xfrm>
            <a:off x="1337912" y="1174282"/>
            <a:ext cx="9211376" cy="3770450"/>
            <a:chOff x="2387444" y="2210135"/>
            <a:chExt cx="6256731" cy="2744221"/>
          </a:xfrm>
          <a:solidFill>
            <a:srgbClr val="7030A0"/>
          </a:solidFill>
        </p:grpSpPr>
        <p:sp>
          <p:nvSpPr>
            <p:cNvPr id="8" name="Freeform: Shape 7">
              <a:extLst>
                <a:ext uri="{FF2B5EF4-FFF2-40B4-BE49-F238E27FC236}">
                  <a16:creationId xmlns:a16="http://schemas.microsoft.com/office/drawing/2014/main" id="{37C06D1E-8BFF-68B4-C6C4-CC6E779E8E3E}"/>
                </a:ext>
              </a:extLst>
            </p:cNvPr>
            <p:cNvSpPr/>
            <p:nvPr/>
          </p:nvSpPr>
          <p:spPr>
            <a:xfrm rot="18000000">
              <a:off x="2080950" y="3509457"/>
              <a:ext cx="1751393" cy="1138405"/>
            </a:xfrm>
            <a:custGeom>
              <a:avLst/>
              <a:gdLst>
                <a:gd name="connsiteX0" fmla="*/ 189738 w 1751393"/>
                <a:gd name="connsiteY0" fmla="*/ 0 h 1138405"/>
                <a:gd name="connsiteX1" fmla="*/ 1561655 w 1751393"/>
                <a:gd name="connsiteY1" fmla="*/ 0 h 1138405"/>
                <a:gd name="connsiteX2" fmla="*/ 1751393 w 1751393"/>
                <a:gd name="connsiteY2" fmla="*/ 189738 h 1138405"/>
                <a:gd name="connsiteX3" fmla="*/ 1751393 w 1751393"/>
                <a:gd name="connsiteY3" fmla="*/ 1138405 h 1138405"/>
                <a:gd name="connsiteX4" fmla="*/ 1751393 w 1751393"/>
                <a:gd name="connsiteY4" fmla="*/ 1138405 h 1138405"/>
                <a:gd name="connsiteX5" fmla="*/ 0 w 1751393"/>
                <a:gd name="connsiteY5" fmla="*/ 1138405 h 1138405"/>
                <a:gd name="connsiteX6" fmla="*/ 0 w 1751393"/>
                <a:gd name="connsiteY6" fmla="*/ 1138405 h 1138405"/>
                <a:gd name="connsiteX7" fmla="*/ 0 w 1751393"/>
                <a:gd name="connsiteY7" fmla="*/ 189738 h 1138405"/>
                <a:gd name="connsiteX8" fmla="*/ 189738 w 1751393"/>
                <a:gd name="connsiteY8" fmla="*/ 0 h 1138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1393" h="1138405">
                  <a:moveTo>
                    <a:pt x="189738" y="0"/>
                  </a:moveTo>
                  <a:lnTo>
                    <a:pt x="1561655" y="0"/>
                  </a:lnTo>
                  <a:cubicBezTo>
                    <a:pt x="1666444" y="0"/>
                    <a:pt x="1751393" y="84949"/>
                    <a:pt x="1751393" y="189738"/>
                  </a:cubicBezTo>
                  <a:lnTo>
                    <a:pt x="1751393" y="1138405"/>
                  </a:lnTo>
                  <a:lnTo>
                    <a:pt x="1751393" y="1138405"/>
                  </a:lnTo>
                  <a:lnTo>
                    <a:pt x="0" y="1138405"/>
                  </a:lnTo>
                  <a:lnTo>
                    <a:pt x="0" y="1138405"/>
                  </a:lnTo>
                  <a:lnTo>
                    <a:pt x="0" y="189738"/>
                  </a:lnTo>
                  <a:cubicBezTo>
                    <a:pt x="0" y="84949"/>
                    <a:pt x="84949" y="0"/>
                    <a:pt x="189738" y="0"/>
                  </a:cubicBezTo>
                  <a:close/>
                </a:path>
              </a:pathLst>
            </a:cu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581" tIns="82241" rIns="135582" bIns="26670" numCol="1" spcCol="1270" anchor="ctr" anchorCtr="0">
              <a:noAutofit/>
            </a:bodyPr>
            <a:lstStyle/>
            <a:p>
              <a:pPr algn="ctr" defTabSz="933450">
                <a:lnSpc>
                  <a:spcPct val="90000"/>
                </a:lnSpc>
                <a:spcBef>
                  <a:spcPct val="0"/>
                </a:spcBef>
                <a:spcAft>
                  <a:spcPct val="35000"/>
                </a:spcAft>
              </a:pP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Enhanced Visibility and Recognition</a:t>
              </a:r>
            </a:p>
            <a:p>
              <a:pPr marL="0" lvl="0" indent="0" algn="ctr" defTabSz="933450">
                <a:lnSpc>
                  <a:spcPct val="90000"/>
                </a:lnSpc>
                <a:spcBef>
                  <a:spcPct val="0"/>
                </a:spcBef>
                <a:spcAft>
                  <a:spcPct val="35000"/>
                </a:spcAft>
                <a:buNone/>
              </a:pPr>
              <a:r>
                <a:rPr lang="en-IN" sz="2100" kern="1200" dirty="0"/>
                <a:t>. </a:t>
              </a:r>
            </a:p>
          </p:txBody>
        </p:sp>
        <p:sp>
          <p:nvSpPr>
            <p:cNvPr id="9" name="Freeform: Shape 8">
              <a:extLst>
                <a:ext uri="{FF2B5EF4-FFF2-40B4-BE49-F238E27FC236}">
                  <a16:creationId xmlns:a16="http://schemas.microsoft.com/office/drawing/2014/main" id="{CE369B07-C70C-9F11-8AB9-52BEFBCB7001}"/>
                </a:ext>
              </a:extLst>
            </p:cNvPr>
            <p:cNvSpPr/>
            <p:nvPr/>
          </p:nvSpPr>
          <p:spPr>
            <a:xfrm rot="20400000">
              <a:off x="3629420" y="2210135"/>
              <a:ext cx="1751393" cy="1138405"/>
            </a:xfrm>
            <a:custGeom>
              <a:avLst/>
              <a:gdLst>
                <a:gd name="connsiteX0" fmla="*/ 189738 w 1751393"/>
                <a:gd name="connsiteY0" fmla="*/ 0 h 1138405"/>
                <a:gd name="connsiteX1" fmla="*/ 1561655 w 1751393"/>
                <a:gd name="connsiteY1" fmla="*/ 0 h 1138405"/>
                <a:gd name="connsiteX2" fmla="*/ 1751393 w 1751393"/>
                <a:gd name="connsiteY2" fmla="*/ 189738 h 1138405"/>
                <a:gd name="connsiteX3" fmla="*/ 1751393 w 1751393"/>
                <a:gd name="connsiteY3" fmla="*/ 1138405 h 1138405"/>
                <a:gd name="connsiteX4" fmla="*/ 1751393 w 1751393"/>
                <a:gd name="connsiteY4" fmla="*/ 1138405 h 1138405"/>
                <a:gd name="connsiteX5" fmla="*/ 0 w 1751393"/>
                <a:gd name="connsiteY5" fmla="*/ 1138405 h 1138405"/>
                <a:gd name="connsiteX6" fmla="*/ 0 w 1751393"/>
                <a:gd name="connsiteY6" fmla="*/ 1138405 h 1138405"/>
                <a:gd name="connsiteX7" fmla="*/ 0 w 1751393"/>
                <a:gd name="connsiteY7" fmla="*/ 189738 h 1138405"/>
                <a:gd name="connsiteX8" fmla="*/ 189738 w 1751393"/>
                <a:gd name="connsiteY8" fmla="*/ 0 h 1138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1393" h="1138405">
                  <a:moveTo>
                    <a:pt x="189738" y="0"/>
                  </a:moveTo>
                  <a:lnTo>
                    <a:pt x="1561655" y="0"/>
                  </a:lnTo>
                  <a:cubicBezTo>
                    <a:pt x="1666444" y="0"/>
                    <a:pt x="1751393" y="84949"/>
                    <a:pt x="1751393" y="189738"/>
                  </a:cubicBezTo>
                  <a:lnTo>
                    <a:pt x="1751393" y="1138405"/>
                  </a:lnTo>
                  <a:lnTo>
                    <a:pt x="1751393" y="1138405"/>
                  </a:lnTo>
                  <a:lnTo>
                    <a:pt x="0" y="1138405"/>
                  </a:lnTo>
                  <a:lnTo>
                    <a:pt x="0" y="1138405"/>
                  </a:lnTo>
                  <a:lnTo>
                    <a:pt x="0" y="189738"/>
                  </a:lnTo>
                  <a:cubicBezTo>
                    <a:pt x="0" y="84949"/>
                    <a:pt x="84949" y="0"/>
                    <a:pt x="189738" y="0"/>
                  </a:cubicBezTo>
                  <a:close/>
                </a:path>
              </a:pathLst>
            </a:cu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581" tIns="82241" rIns="135582" bIns="26670" numCol="1" spcCol="1270" anchor="ctr" anchorCtr="0">
              <a:noAutofit/>
            </a:bodyPr>
            <a:lstStyle/>
            <a:p>
              <a:pPr algn="ct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Multiple Authorship and Collaboration</a:t>
              </a:r>
              <a:endParaRPr lang="en-IN" sz="2400" b="1"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Freeform: Shape 9">
              <a:extLst>
                <a:ext uri="{FF2B5EF4-FFF2-40B4-BE49-F238E27FC236}">
                  <a16:creationId xmlns:a16="http://schemas.microsoft.com/office/drawing/2014/main" id="{D38544E0-1275-6F79-06BE-2972266FFCC1}"/>
                </a:ext>
              </a:extLst>
            </p:cNvPr>
            <p:cNvSpPr/>
            <p:nvPr/>
          </p:nvSpPr>
          <p:spPr>
            <a:xfrm rot="1200000">
              <a:off x="5650805" y="2210135"/>
              <a:ext cx="1751393" cy="1138405"/>
            </a:xfrm>
            <a:custGeom>
              <a:avLst/>
              <a:gdLst>
                <a:gd name="connsiteX0" fmla="*/ 189738 w 1751393"/>
                <a:gd name="connsiteY0" fmla="*/ 0 h 1138405"/>
                <a:gd name="connsiteX1" fmla="*/ 1561655 w 1751393"/>
                <a:gd name="connsiteY1" fmla="*/ 0 h 1138405"/>
                <a:gd name="connsiteX2" fmla="*/ 1751393 w 1751393"/>
                <a:gd name="connsiteY2" fmla="*/ 189738 h 1138405"/>
                <a:gd name="connsiteX3" fmla="*/ 1751393 w 1751393"/>
                <a:gd name="connsiteY3" fmla="*/ 1138405 h 1138405"/>
                <a:gd name="connsiteX4" fmla="*/ 1751393 w 1751393"/>
                <a:gd name="connsiteY4" fmla="*/ 1138405 h 1138405"/>
                <a:gd name="connsiteX5" fmla="*/ 0 w 1751393"/>
                <a:gd name="connsiteY5" fmla="*/ 1138405 h 1138405"/>
                <a:gd name="connsiteX6" fmla="*/ 0 w 1751393"/>
                <a:gd name="connsiteY6" fmla="*/ 1138405 h 1138405"/>
                <a:gd name="connsiteX7" fmla="*/ 0 w 1751393"/>
                <a:gd name="connsiteY7" fmla="*/ 189738 h 1138405"/>
                <a:gd name="connsiteX8" fmla="*/ 189738 w 1751393"/>
                <a:gd name="connsiteY8" fmla="*/ 0 h 1138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1393" h="1138405">
                  <a:moveTo>
                    <a:pt x="189738" y="0"/>
                  </a:moveTo>
                  <a:lnTo>
                    <a:pt x="1561655" y="0"/>
                  </a:lnTo>
                  <a:cubicBezTo>
                    <a:pt x="1666444" y="0"/>
                    <a:pt x="1751393" y="84949"/>
                    <a:pt x="1751393" y="189738"/>
                  </a:cubicBezTo>
                  <a:lnTo>
                    <a:pt x="1751393" y="1138405"/>
                  </a:lnTo>
                  <a:lnTo>
                    <a:pt x="1751393" y="1138405"/>
                  </a:lnTo>
                  <a:lnTo>
                    <a:pt x="0" y="1138405"/>
                  </a:lnTo>
                  <a:lnTo>
                    <a:pt x="0" y="1138405"/>
                  </a:lnTo>
                  <a:lnTo>
                    <a:pt x="0" y="189738"/>
                  </a:lnTo>
                  <a:cubicBezTo>
                    <a:pt x="0" y="84949"/>
                    <a:pt x="84949" y="0"/>
                    <a:pt x="189738" y="0"/>
                  </a:cubicBezTo>
                  <a:close/>
                </a:path>
              </a:pathLst>
            </a:cu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582" tIns="82241" rIns="135581" bIns="26670" numCol="1" spcCol="1270" anchor="ctr" anchorCtr="0">
              <a:noAutofit/>
            </a:bodyPr>
            <a:lstStyle/>
            <a:p>
              <a:pPr algn="ctr"/>
              <a:r>
                <a:rPr lang="en-IN" sz="2400" b="1" dirty="0">
                  <a:effectLst/>
                  <a:latin typeface="Times New Roman" panose="02020603050405020304" pitchFamily="18" charset="0"/>
                  <a:ea typeface="Calibri" panose="020F0502020204030204" pitchFamily="34" charset="0"/>
                  <a:cs typeface="Times New Roman" panose="02020603050405020304" pitchFamily="18" charset="0"/>
                </a:rPr>
                <a:t>Fragmentation of Research</a:t>
              </a:r>
            </a:p>
          </p:txBody>
        </p:sp>
        <p:sp>
          <p:nvSpPr>
            <p:cNvPr id="11" name="Freeform: Shape 10">
              <a:extLst>
                <a:ext uri="{FF2B5EF4-FFF2-40B4-BE49-F238E27FC236}">
                  <a16:creationId xmlns:a16="http://schemas.microsoft.com/office/drawing/2014/main" id="{9B4AA339-6DFC-17AA-7BB6-6FD8270C4A00}"/>
                </a:ext>
              </a:extLst>
            </p:cNvPr>
            <p:cNvSpPr/>
            <p:nvPr/>
          </p:nvSpPr>
          <p:spPr>
            <a:xfrm rot="3600000">
              <a:off x="7199276" y="3509457"/>
              <a:ext cx="1751393" cy="1138405"/>
            </a:xfrm>
            <a:custGeom>
              <a:avLst/>
              <a:gdLst>
                <a:gd name="connsiteX0" fmla="*/ 189738 w 1751393"/>
                <a:gd name="connsiteY0" fmla="*/ 0 h 1138405"/>
                <a:gd name="connsiteX1" fmla="*/ 1561655 w 1751393"/>
                <a:gd name="connsiteY1" fmla="*/ 0 h 1138405"/>
                <a:gd name="connsiteX2" fmla="*/ 1751393 w 1751393"/>
                <a:gd name="connsiteY2" fmla="*/ 189738 h 1138405"/>
                <a:gd name="connsiteX3" fmla="*/ 1751393 w 1751393"/>
                <a:gd name="connsiteY3" fmla="*/ 1138405 h 1138405"/>
                <a:gd name="connsiteX4" fmla="*/ 1751393 w 1751393"/>
                <a:gd name="connsiteY4" fmla="*/ 1138405 h 1138405"/>
                <a:gd name="connsiteX5" fmla="*/ 0 w 1751393"/>
                <a:gd name="connsiteY5" fmla="*/ 1138405 h 1138405"/>
                <a:gd name="connsiteX6" fmla="*/ 0 w 1751393"/>
                <a:gd name="connsiteY6" fmla="*/ 1138405 h 1138405"/>
                <a:gd name="connsiteX7" fmla="*/ 0 w 1751393"/>
                <a:gd name="connsiteY7" fmla="*/ 189738 h 1138405"/>
                <a:gd name="connsiteX8" fmla="*/ 189738 w 1751393"/>
                <a:gd name="connsiteY8" fmla="*/ 0 h 1138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1393" h="1138405">
                  <a:moveTo>
                    <a:pt x="189738" y="0"/>
                  </a:moveTo>
                  <a:lnTo>
                    <a:pt x="1561655" y="0"/>
                  </a:lnTo>
                  <a:cubicBezTo>
                    <a:pt x="1666444" y="0"/>
                    <a:pt x="1751393" y="84949"/>
                    <a:pt x="1751393" y="189738"/>
                  </a:cubicBezTo>
                  <a:lnTo>
                    <a:pt x="1751393" y="1138405"/>
                  </a:lnTo>
                  <a:lnTo>
                    <a:pt x="1751393" y="1138405"/>
                  </a:lnTo>
                  <a:lnTo>
                    <a:pt x="0" y="1138405"/>
                  </a:lnTo>
                  <a:lnTo>
                    <a:pt x="0" y="1138405"/>
                  </a:lnTo>
                  <a:lnTo>
                    <a:pt x="0" y="189738"/>
                  </a:lnTo>
                  <a:cubicBezTo>
                    <a:pt x="0" y="84949"/>
                    <a:pt x="84949" y="0"/>
                    <a:pt x="189738" y="0"/>
                  </a:cubicBezTo>
                  <a:close/>
                </a:path>
              </a:pathLst>
            </a:cu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35582" tIns="82240" rIns="135581" bIns="26671" numCol="1" spcCol="1270" anchor="ctr" anchorCtr="0">
              <a:noAutofit/>
            </a:bodyPr>
            <a:lstStyle/>
            <a:p>
              <a:pPr algn="ct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Language Barriers</a:t>
              </a:r>
              <a:endParaRPr lang="en-IN" sz="4000" dirty="0">
                <a:latin typeface="Times New Roman" panose="02020603050405020304" pitchFamily="18" charset="0"/>
                <a:cs typeface="Times New Roman" panose="02020603050405020304" pitchFamily="18" charset="0"/>
              </a:endParaRPr>
            </a:p>
          </p:txBody>
        </p:sp>
      </p:grpSp>
      <p:sp>
        <p:nvSpPr>
          <p:cNvPr id="13" name="TextBox 12">
            <a:extLst>
              <a:ext uri="{FF2B5EF4-FFF2-40B4-BE49-F238E27FC236}">
                <a16:creationId xmlns:a16="http://schemas.microsoft.com/office/drawing/2014/main" id="{729DF78C-1C12-02A6-33EE-CF4B72915B4C}"/>
              </a:ext>
            </a:extLst>
          </p:cNvPr>
          <p:cNvSpPr txBox="1"/>
          <p:nvPr/>
        </p:nvSpPr>
        <p:spPr>
          <a:xfrm>
            <a:off x="2558811" y="3897942"/>
            <a:ext cx="6787605" cy="2062103"/>
          </a:xfrm>
          <a:prstGeom prst="rect">
            <a:avLst/>
          </a:prstGeom>
          <a:noFill/>
        </p:spPr>
        <p:txBody>
          <a:bodyPr wrap="square">
            <a:spAutoFit/>
          </a:bodyPr>
          <a:lstStyle/>
          <a:p>
            <a:pPr algn="ctr"/>
            <a:r>
              <a:rPr lang="en-IN" sz="3200" b="1" dirty="0">
                <a:effectLst/>
                <a:latin typeface="Arial Rounded MT Bold" panose="020F0704030504030204" pitchFamily="34" charset="0"/>
                <a:ea typeface="Times New Roman" panose="02020603050405020304" pitchFamily="18" charset="0"/>
              </a:rPr>
              <a:t>Why Do Researcher’s Engage </a:t>
            </a:r>
          </a:p>
          <a:p>
            <a:pPr algn="ctr"/>
            <a:r>
              <a:rPr lang="en-IN" sz="3200" b="1" dirty="0">
                <a:effectLst/>
                <a:latin typeface="Arial Rounded MT Bold" panose="020F0704030504030204" pitchFamily="34" charset="0"/>
                <a:ea typeface="Times New Roman" panose="02020603050405020304" pitchFamily="18" charset="0"/>
              </a:rPr>
              <a:t>in </a:t>
            </a:r>
          </a:p>
          <a:p>
            <a:pPr algn="ctr"/>
            <a:r>
              <a:rPr lang="en-IN" sz="3200" b="1" dirty="0">
                <a:effectLst/>
                <a:latin typeface="Arial Rounded MT Bold" panose="020F0704030504030204" pitchFamily="34" charset="0"/>
                <a:ea typeface="Times New Roman" panose="02020603050405020304" pitchFamily="18" charset="0"/>
              </a:rPr>
              <a:t>Redundant Publication?</a:t>
            </a:r>
            <a:br>
              <a:rPr lang="en-IN" sz="3200" b="1" dirty="0">
                <a:effectLst/>
                <a:latin typeface="Times New Roman" panose="02020603050405020304" pitchFamily="18" charset="0"/>
                <a:ea typeface="Times New Roman" panose="02020603050405020304" pitchFamily="18" charset="0"/>
              </a:rPr>
            </a:br>
            <a:endParaRPr lang="en-IN" sz="3200" dirty="0"/>
          </a:p>
        </p:txBody>
      </p:sp>
    </p:spTree>
    <p:extLst>
      <p:ext uri="{BB962C8B-B14F-4D97-AF65-F5344CB8AC3E}">
        <p14:creationId xmlns:p14="http://schemas.microsoft.com/office/powerpoint/2010/main" val="534148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040D561B-9D5B-3D0C-0FBD-E889BCDF71EA}"/>
              </a:ext>
            </a:extLst>
          </p:cNvPr>
          <p:cNvGraphicFramePr/>
          <p:nvPr>
            <p:extLst>
              <p:ext uri="{D42A27DB-BD31-4B8C-83A1-F6EECF244321}">
                <p14:modId xmlns:p14="http://schemas.microsoft.com/office/powerpoint/2010/main" val="1715884328"/>
              </p:ext>
            </p:extLst>
          </p:nvPr>
        </p:nvGraphicFramePr>
        <p:xfrm>
          <a:off x="2001254" y="1508666"/>
          <a:ext cx="8863262" cy="39684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2">
            <a:extLst>
              <a:ext uri="{FF2B5EF4-FFF2-40B4-BE49-F238E27FC236}">
                <a16:creationId xmlns:a16="http://schemas.microsoft.com/office/drawing/2014/main" id="{C6420AEB-03F2-927C-F098-DEEA4E35802F}"/>
              </a:ext>
            </a:extLst>
          </p:cNvPr>
          <p:cNvSpPr txBox="1"/>
          <p:nvPr/>
        </p:nvSpPr>
        <p:spPr>
          <a:xfrm flipH="1">
            <a:off x="1395661" y="496275"/>
            <a:ext cx="8758989" cy="646331"/>
          </a:xfrm>
          <a:prstGeom prst="rect">
            <a:avLst/>
          </a:prstGeom>
          <a:noFill/>
        </p:spPr>
        <p:txBody>
          <a:bodyPr wrap="square" rtlCol="0">
            <a:spAutoFit/>
          </a:bodyPr>
          <a:lstStyle/>
          <a:p>
            <a:pPr algn="ctr"/>
            <a:r>
              <a:rPr lang="en-IN" sz="3600" b="1" kern="0" dirty="0">
                <a:effectLst/>
                <a:latin typeface="Arial Rounded MT Bold" panose="020F0704030504030204" pitchFamily="34" charset="0"/>
                <a:ea typeface="Times New Roman" panose="02020603050405020304" pitchFamily="18" charset="0"/>
                <a:cs typeface="Mangal" panose="02040503050203030202" pitchFamily="18" charset="0"/>
              </a:rPr>
              <a:t>How to Avoid Redundant Publication?</a:t>
            </a:r>
            <a:endParaRPr lang="en-IN" sz="3600" dirty="0">
              <a:latin typeface="Arial Rounded MT Bold" panose="020F0704030504030204" pitchFamily="34" charset="0"/>
            </a:endParaRPr>
          </a:p>
        </p:txBody>
      </p:sp>
      <p:grpSp>
        <p:nvGrpSpPr>
          <p:cNvPr id="4" name="Group 3">
            <a:extLst>
              <a:ext uri="{FF2B5EF4-FFF2-40B4-BE49-F238E27FC236}">
                <a16:creationId xmlns:a16="http://schemas.microsoft.com/office/drawing/2014/main" id="{8C6B977F-F65E-29AD-E0BB-A7C037F733CB}"/>
              </a:ext>
            </a:extLst>
          </p:cNvPr>
          <p:cNvGrpSpPr/>
          <p:nvPr/>
        </p:nvGrpSpPr>
        <p:grpSpPr>
          <a:xfrm>
            <a:off x="2475830" y="5503639"/>
            <a:ext cx="6186906" cy="878698"/>
            <a:chOff x="-383619" y="3268425"/>
            <a:chExt cx="6186906" cy="944640"/>
          </a:xfrm>
        </p:grpSpPr>
        <p:sp>
          <p:nvSpPr>
            <p:cNvPr id="5" name="Rectangle: Rounded Corners 4">
              <a:extLst>
                <a:ext uri="{FF2B5EF4-FFF2-40B4-BE49-F238E27FC236}">
                  <a16:creationId xmlns:a16="http://schemas.microsoft.com/office/drawing/2014/main" id="{417E2CF6-7B71-4D4A-2013-A803AC7F4623}"/>
                </a:ext>
              </a:extLst>
            </p:cNvPr>
            <p:cNvSpPr/>
            <p:nvPr/>
          </p:nvSpPr>
          <p:spPr>
            <a:xfrm>
              <a:off x="-383619" y="3268425"/>
              <a:ext cx="6186906" cy="944640"/>
            </a:xfrm>
            <a:prstGeom prst="roundRect">
              <a:avLst/>
            </a:prstGeom>
          </p:spPr>
          <p:style>
            <a:lnRef idx="1">
              <a:schemeClr val="accent5"/>
            </a:lnRef>
            <a:fillRef idx="2">
              <a:schemeClr val="accent5"/>
            </a:fillRef>
            <a:effectRef idx="1">
              <a:schemeClr val="accent5"/>
            </a:effectRef>
            <a:fontRef idx="minor">
              <a:schemeClr val="dk1"/>
            </a:fontRef>
          </p:style>
        </p:sp>
        <p:sp>
          <p:nvSpPr>
            <p:cNvPr id="6" name="Rectangle: Rounded Corners 4">
              <a:extLst>
                <a:ext uri="{FF2B5EF4-FFF2-40B4-BE49-F238E27FC236}">
                  <a16:creationId xmlns:a16="http://schemas.microsoft.com/office/drawing/2014/main" id="{0FE4A923-DD6D-EAB2-6211-82FC81F3B5DA}"/>
                </a:ext>
              </a:extLst>
            </p:cNvPr>
            <p:cNvSpPr txBox="1"/>
            <p:nvPr/>
          </p:nvSpPr>
          <p:spPr>
            <a:xfrm>
              <a:off x="-308756" y="3360653"/>
              <a:ext cx="5404137" cy="852412"/>
            </a:xfrm>
            <a:prstGeom prst="rect">
              <a:avLst/>
            </a:prstGeom>
          </p:spPr>
          <p:style>
            <a:lnRef idx="1">
              <a:schemeClr val="accent5"/>
            </a:lnRef>
            <a:fillRef idx="2">
              <a:schemeClr val="accent5"/>
            </a:fillRef>
            <a:effectRef idx="1">
              <a:schemeClr val="accent5"/>
            </a:effectRef>
            <a:fontRef idx="minor">
              <a:schemeClr val="dk1"/>
            </a:fontRef>
          </p:style>
          <p:txBody>
            <a:bodyPr spcFirstLastPara="0" vert="horz" wrap="square" lIns="179004" tIns="0" rIns="179004" bIns="0" numCol="1" spcCol="1270" anchor="ctr" anchorCtr="0">
              <a:noAutofit/>
            </a:bodyPr>
            <a:lstStyle/>
            <a:p>
              <a:pPr defTabSz="1422400">
                <a:lnSpc>
                  <a:spcPct val="90000"/>
                </a:lnSpc>
                <a:spcBef>
                  <a:spcPct val="0"/>
                </a:spcBef>
                <a:spcAft>
                  <a:spcPct val="35000"/>
                </a:spcAft>
              </a:pPr>
              <a:endParaRPr lang="en-IN" sz="2800" b="1" kern="0" dirty="0">
                <a:effectLst/>
                <a:latin typeface="Times New Roman" panose="02020603050405020304" pitchFamily="18" charset="0"/>
                <a:ea typeface="Times New Roman" panose="02020603050405020304" pitchFamily="18" charset="0"/>
              </a:endParaRPr>
            </a:p>
            <a:p>
              <a:pPr defTabSz="1422400">
                <a:lnSpc>
                  <a:spcPct val="90000"/>
                </a:lnSpc>
                <a:spcBef>
                  <a:spcPct val="0"/>
                </a:spcBef>
                <a:spcAft>
                  <a:spcPct val="35000"/>
                </a:spcAft>
              </a:pPr>
              <a:r>
                <a:rPr lang="en-IN" sz="2800" b="1" kern="0" dirty="0">
                  <a:effectLst/>
                  <a:latin typeface="Times New Roman" panose="02020603050405020304" pitchFamily="18" charset="0"/>
                  <a:ea typeface="Times New Roman" panose="02020603050405020304" pitchFamily="18" charset="0"/>
                </a:rPr>
                <a:t>Authorship Discussions</a:t>
              </a:r>
              <a:endParaRPr lang="en-IN" sz="2800" dirty="0"/>
            </a:p>
            <a:p>
              <a:pPr marL="0" lvl="0" indent="0" algn="l" defTabSz="1422400">
                <a:lnSpc>
                  <a:spcPct val="90000"/>
                </a:lnSpc>
                <a:spcBef>
                  <a:spcPct val="0"/>
                </a:spcBef>
                <a:spcAft>
                  <a:spcPct val="35000"/>
                </a:spcAft>
                <a:buNone/>
              </a:pPr>
              <a:endParaRPr lang="en-IN" sz="3200" kern="1200" dirty="0"/>
            </a:p>
          </p:txBody>
        </p:sp>
      </p:grpSp>
    </p:spTree>
    <p:extLst>
      <p:ext uri="{BB962C8B-B14F-4D97-AF65-F5344CB8AC3E}">
        <p14:creationId xmlns:p14="http://schemas.microsoft.com/office/powerpoint/2010/main" val="4283543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3B6C1F56-0153-5F49-67FD-79A32472D7EA}"/>
              </a:ext>
            </a:extLst>
          </p:cNvPr>
          <p:cNvGraphicFramePr/>
          <p:nvPr>
            <p:extLst>
              <p:ext uri="{D42A27DB-BD31-4B8C-83A1-F6EECF244321}">
                <p14:modId xmlns:p14="http://schemas.microsoft.com/office/powerpoint/2010/main" val="2118449354"/>
              </p:ext>
            </p:extLst>
          </p:nvPr>
        </p:nvGraphicFramePr>
        <p:xfrm>
          <a:off x="770022" y="741144"/>
          <a:ext cx="9471258" cy="56089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4583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934C4-66A1-A0E0-35FD-CDAEF167A743}"/>
              </a:ext>
            </a:extLst>
          </p:cNvPr>
          <p:cNvSpPr>
            <a:spLocks noGrp="1"/>
          </p:cNvSpPr>
          <p:nvPr>
            <p:ph type="title"/>
          </p:nvPr>
        </p:nvSpPr>
        <p:spPr>
          <a:xfrm>
            <a:off x="838200" y="278497"/>
            <a:ext cx="10515600" cy="1325563"/>
          </a:xfrm>
        </p:spPr>
        <p:txBody>
          <a:bodyPr>
            <a:normAutofit/>
          </a:bodyPr>
          <a:lstStyle/>
          <a:p>
            <a:pPr algn="ctr"/>
            <a:r>
              <a:rPr lang="en-IN" sz="3600" b="1" kern="0" dirty="0">
                <a:effectLst/>
                <a:latin typeface="Arial Rounded MT Bold" panose="020F0704030504030204" pitchFamily="34" charset="0"/>
                <a:ea typeface="Times New Roman" panose="02020603050405020304" pitchFamily="18" charset="0"/>
              </a:rPr>
              <a:t>Addressing Redundant Publication</a:t>
            </a:r>
            <a:endParaRPr lang="en-IN" sz="7200" dirty="0">
              <a:latin typeface="Arial Rounded MT Bold" panose="020F0704030504030204" pitchFamily="34" charset="0"/>
            </a:endParaRPr>
          </a:p>
        </p:txBody>
      </p:sp>
      <p:graphicFrame>
        <p:nvGraphicFramePr>
          <p:cNvPr id="7" name="Diagram 6">
            <a:extLst>
              <a:ext uri="{FF2B5EF4-FFF2-40B4-BE49-F238E27FC236}">
                <a16:creationId xmlns:a16="http://schemas.microsoft.com/office/drawing/2014/main" id="{608E5C27-FF17-6D39-253C-DFCE09E9C94A}"/>
              </a:ext>
            </a:extLst>
          </p:cNvPr>
          <p:cNvGraphicFramePr/>
          <p:nvPr>
            <p:extLst>
              <p:ext uri="{D42A27DB-BD31-4B8C-83A1-F6EECF244321}">
                <p14:modId xmlns:p14="http://schemas.microsoft.com/office/powerpoint/2010/main" val="4020896970"/>
              </p:ext>
            </p:extLst>
          </p:nvPr>
        </p:nvGraphicFramePr>
        <p:xfrm>
          <a:off x="1858746" y="1501540"/>
          <a:ext cx="8128000" cy="45720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28658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u="sng" dirty="0"/>
              <a:t>Consequences</a:t>
            </a:r>
            <a:endParaRPr lang="en-US" b="1" u="sng" dirty="0"/>
          </a:p>
        </p:txBody>
      </p:sp>
      <p:sp>
        <p:nvSpPr>
          <p:cNvPr id="3" name="Content Placeholder 2"/>
          <p:cNvSpPr>
            <a:spLocks noGrp="1"/>
          </p:cNvSpPr>
          <p:nvPr>
            <p:ph idx="1"/>
          </p:nvPr>
        </p:nvSpPr>
        <p:spPr/>
        <p:txBody>
          <a:bodyPr>
            <a:normAutofit/>
          </a:bodyPr>
          <a:lstStyle/>
          <a:p>
            <a:pPr algn="just">
              <a:buNone/>
            </a:pPr>
            <a:r>
              <a:rPr lang="en-IN" dirty="0"/>
              <a:t>   When it is noticed that there are Duplication occurs in journal then-</a:t>
            </a:r>
          </a:p>
          <a:p>
            <a:pPr algn="just"/>
            <a:r>
              <a:rPr lang="en-IN" dirty="0"/>
              <a:t>(A) Loss of credibility of researcher.</a:t>
            </a:r>
          </a:p>
          <a:p>
            <a:pPr algn="just"/>
            <a:r>
              <a:rPr lang="en-IN" dirty="0"/>
              <a:t>(B) Loss of reputation of academic institutions.</a:t>
            </a:r>
          </a:p>
          <a:p>
            <a:pPr algn="just"/>
            <a:r>
              <a:rPr lang="en-IN" dirty="0"/>
              <a:t>(C) Loss of credibility of journal.</a:t>
            </a:r>
          </a:p>
          <a:p>
            <a:pPr algn="just">
              <a:buNone/>
            </a:pPr>
            <a:r>
              <a:rPr lang="en-IN" dirty="0"/>
              <a:t>    Finally, the wider scientific community may be affected by duplicated research, as it can lead to confusion and inconsistencies in the literature, slowing down the progress of research in a particular field.</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CFB24-3D3F-889A-98C9-AFD43451A8A5}"/>
              </a:ext>
            </a:extLst>
          </p:cNvPr>
          <p:cNvSpPr>
            <a:spLocks noGrp="1"/>
          </p:cNvSpPr>
          <p:nvPr>
            <p:ph type="title"/>
          </p:nvPr>
        </p:nvSpPr>
        <p:spPr>
          <a:xfrm>
            <a:off x="838200" y="769386"/>
            <a:ext cx="10515600" cy="1325563"/>
          </a:xfrm>
        </p:spPr>
        <p:txBody>
          <a:bodyPr/>
          <a:lstStyle/>
          <a:p>
            <a:pPr algn="ctr"/>
            <a:r>
              <a:rPr lang="en-IN" sz="3600" b="1" kern="0" dirty="0">
                <a:effectLst/>
                <a:latin typeface="Arial Rounded MT Bold" panose="020F0704030504030204" pitchFamily="34" charset="0"/>
                <a:ea typeface="Times New Roman" panose="02020603050405020304" pitchFamily="18" charset="0"/>
                <a:cs typeface="Mangal" panose="02040503050203030202" pitchFamily="18" charset="0"/>
              </a:rPr>
              <a:t>Ethical Guidelines </a:t>
            </a:r>
            <a:br>
              <a:rPr lang="en-IN" sz="4000" kern="1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p:sp>
        <p:nvSpPr>
          <p:cNvPr id="3" name="Content Placeholder 2">
            <a:extLst>
              <a:ext uri="{FF2B5EF4-FFF2-40B4-BE49-F238E27FC236}">
                <a16:creationId xmlns:a16="http://schemas.microsoft.com/office/drawing/2014/main" id="{CD9A0C04-64C9-BF23-46FD-15BEAD6278E8}"/>
              </a:ext>
            </a:extLst>
          </p:cNvPr>
          <p:cNvSpPr>
            <a:spLocks noGrp="1"/>
          </p:cNvSpPr>
          <p:nvPr>
            <p:ph idx="1"/>
          </p:nvPr>
        </p:nvSpPr>
        <p:spPr>
          <a:xfrm>
            <a:off x="1194335" y="2018130"/>
            <a:ext cx="9942095" cy="4351338"/>
          </a:xfrm>
        </p:spPr>
        <p:txBody>
          <a:bodyPr>
            <a:normAutofit/>
          </a:bodyPr>
          <a:lstStyle/>
          <a:p>
            <a:pPr marL="342900" lvl="0" indent="-342900" algn="just">
              <a:lnSpc>
                <a:spcPct val="107000"/>
              </a:lnSpc>
              <a:spcAft>
                <a:spcPts val="800"/>
              </a:spcAft>
              <a:buFont typeface="+mj-lt"/>
              <a:buAutoNum type="arabicPeriod"/>
              <a:tabLst>
                <a:tab pos="457200" algn="l"/>
              </a:tabLst>
            </a:pPr>
            <a:r>
              <a:rPr lang="en-IN" sz="2400" b="1"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Committee on Publication Ethics (COPE): </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COPE provides comprehensive guidelines for authors, editors, and publishers to promote ethical research practices.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IN" sz="2400" b="1" kern="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International Committee of Medical Journal Editors (ICMJE)</a:t>
            </a:r>
            <a:r>
              <a:rPr lang="en-IN" sz="2400" kern="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The ICMJE offers recommendations on the responsible conduct of medical research, including redundant publication.</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IN" sz="2400" b="1" kern="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Council of Science Editors (CSE)</a:t>
            </a:r>
            <a:r>
              <a:rPr lang="en-IN" sz="2400" kern="0" dirty="0">
                <a:solidFill>
                  <a:srgbClr val="00B05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CSE provides ethical guidelines for scientific publishing and addressing redundant publication issues.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14433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FE4FC-E28E-57A6-0E2D-23169068DF1E}"/>
              </a:ext>
            </a:extLst>
          </p:cNvPr>
          <p:cNvSpPr>
            <a:spLocks noGrp="1"/>
          </p:cNvSpPr>
          <p:nvPr>
            <p:ph type="title"/>
          </p:nvPr>
        </p:nvSpPr>
        <p:spPr>
          <a:xfrm>
            <a:off x="953703" y="796088"/>
            <a:ext cx="10515600" cy="1325563"/>
          </a:xfrm>
        </p:spPr>
        <p:txBody>
          <a:bodyPr>
            <a:normAutofit/>
          </a:bodyPr>
          <a:lstStyle/>
          <a:p>
            <a:pPr algn="ctr"/>
            <a:r>
              <a:rPr lang="en-IN" sz="3600" b="1" kern="0" dirty="0">
                <a:effectLst/>
                <a:latin typeface="Arial Rounded MT Bold" panose="020F0704030504030204" pitchFamily="34" charset="0"/>
                <a:ea typeface="Times New Roman" panose="02020603050405020304" pitchFamily="18" charset="0"/>
                <a:cs typeface="Mangal" panose="02040503050203030202" pitchFamily="18" charset="0"/>
              </a:rPr>
              <a:t>Responsible Publishing Practices</a:t>
            </a:r>
            <a:br>
              <a:rPr lang="en-IN" sz="3600" kern="100" dirty="0">
                <a:effectLst/>
                <a:latin typeface="Arial Rounded MT Bold" panose="020F0704030504030204" pitchFamily="34" charset="0"/>
                <a:ea typeface="Calibri" panose="020F0502020204030204" pitchFamily="34" charset="0"/>
                <a:cs typeface="Mangal" panose="02040503050203030202" pitchFamily="18" charset="0"/>
              </a:rPr>
            </a:br>
            <a:endParaRPr lang="en-IN" sz="3600"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6D910EC8-DD76-9D01-E407-5DE96E81AD22}"/>
              </a:ext>
            </a:extLst>
          </p:cNvPr>
          <p:cNvSpPr>
            <a:spLocks noGrp="1"/>
          </p:cNvSpPr>
          <p:nvPr>
            <p:ph idx="1"/>
          </p:nvPr>
        </p:nvSpPr>
        <p:spPr>
          <a:xfrm>
            <a:off x="1028700" y="2141537"/>
            <a:ext cx="10134600" cy="4351338"/>
          </a:xfrm>
        </p:spPr>
        <p:txBody>
          <a:bodyPr/>
          <a:lstStyle/>
          <a:p>
            <a:pPr marL="342900" lvl="0" indent="-342900" algn="just">
              <a:lnSpc>
                <a:spcPct val="107000"/>
              </a:lnSpc>
              <a:spcAft>
                <a:spcPts val="800"/>
              </a:spcAft>
              <a:buFont typeface="+mj-lt"/>
              <a:buAutoNum type="arabicPeriod"/>
              <a:tabLst>
                <a:tab pos="457200" algn="l"/>
              </a:tabLst>
            </a:pPr>
            <a:r>
              <a:rPr lang="en-IN" sz="2400" b="1"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Consolidate Data</a:t>
            </a:r>
            <a:r>
              <a:rPr lang="en-IN" sz="2400" kern="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Avoid dividing a single study into multiple publications if a comprehensive presentation is possible.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IN" sz="2400" b="1" kern="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Follow Journal Policies</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Adhere to journal guidelines on submission and ethical practices to avoid conflicts.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tabLst>
                <a:tab pos="457200" algn="l"/>
              </a:tabLst>
            </a:pPr>
            <a:r>
              <a:rPr lang="en-IN" sz="2400" b="1" kern="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Collaborate and Communicate</a:t>
            </a:r>
            <a:r>
              <a:rPr lang="en-IN" sz="2400" kern="0" dirty="0">
                <a:effectLst/>
                <a:latin typeface="Times New Roman" panose="02020603050405020304" pitchFamily="18" charset="0"/>
                <a:ea typeface="Times New Roman" panose="02020603050405020304" pitchFamily="18" charset="0"/>
                <a:cs typeface="Times New Roman" panose="02020603050405020304" pitchFamily="18" charset="0"/>
              </a:rPr>
              <a:t>: Engage in collaborations and open communication to prevent redundant publication among research groups.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22614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7528-8345-2BD2-7154-5A453C176DD4}"/>
              </a:ext>
            </a:extLst>
          </p:cNvPr>
          <p:cNvSpPr>
            <a:spLocks noGrp="1"/>
          </p:cNvSpPr>
          <p:nvPr>
            <p:ph type="title"/>
          </p:nvPr>
        </p:nvSpPr>
        <p:spPr>
          <a:xfrm>
            <a:off x="838200" y="681037"/>
            <a:ext cx="10515600" cy="1325563"/>
          </a:xfrm>
        </p:spPr>
        <p:txBody>
          <a:bodyPr/>
          <a:lstStyle/>
          <a:p>
            <a:pPr algn="ctr"/>
            <a:r>
              <a:rPr lang="en-IN" sz="4000" b="1" kern="0" dirty="0">
                <a:effectLst/>
                <a:latin typeface="Arial Rounded MT Bold" panose="020F0704030504030204" pitchFamily="34" charset="0"/>
                <a:ea typeface="Times New Roman" panose="02020603050405020304" pitchFamily="18" charset="0"/>
                <a:cs typeface="Mangal" panose="02040503050203030202" pitchFamily="18" charset="0"/>
              </a:rPr>
              <a:t>Conclusion</a:t>
            </a:r>
            <a:br>
              <a:rPr lang="en-IN" sz="4400" kern="100" dirty="0">
                <a:effectLst/>
                <a:latin typeface="Calibri" panose="020F0502020204030204" pitchFamily="34" charset="0"/>
                <a:ea typeface="Calibri" panose="020F0502020204030204" pitchFamily="34" charset="0"/>
                <a:cs typeface="Mangal" panose="02040503050203030202" pitchFamily="18" charset="0"/>
              </a:rPr>
            </a:br>
            <a:endParaRPr lang="en-IN" dirty="0"/>
          </a:p>
        </p:txBody>
      </p:sp>
      <p:sp>
        <p:nvSpPr>
          <p:cNvPr id="3" name="Content Placeholder 2">
            <a:extLst>
              <a:ext uri="{FF2B5EF4-FFF2-40B4-BE49-F238E27FC236}">
                <a16:creationId xmlns:a16="http://schemas.microsoft.com/office/drawing/2014/main" id="{12E50A6C-F757-233D-06E7-AFEE0466DD5D}"/>
              </a:ext>
            </a:extLst>
          </p:cNvPr>
          <p:cNvSpPr>
            <a:spLocks noGrp="1"/>
          </p:cNvSpPr>
          <p:nvPr>
            <p:ph idx="1"/>
          </p:nvPr>
        </p:nvSpPr>
        <p:spPr/>
        <p:txBody>
          <a:bodyPr>
            <a:normAutofit fontScale="62500" lnSpcReduction="20000"/>
          </a:bodyPr>
          <a:lstStyle/>
          <a:p>
            <a:pPr marL="342900" lvl="0" indent="-342900" algn="just">
              <a:lnSpc>
                <a:spcPct val="107000"/>
              </a:lnSpc>
              <a:spcAft>
                <a:spcPts val="800"/>
              </a:spcAft>
              <a:buSzPts val="1000"/>
              <a:buFont typeface="Symbol" panose="05050102010706020507" pitchFamily="18" charset="2"/>
              <a:buChar char=""/>
              <a:tabLst>
                <a:tab pos="457200" algn="l"/>
              </a:tabLst>
            </a:pPr>
            <a:r>
              <a:rPr lang="en-IN" sz="3400" kern="0" dirty="0">
                <a:effectLst/>
                <a:latin typeface="Times New Roman" panose="02020603050405020304" pitchFamily="18" charset="0"/>
                <a:ea typeface="Times New Roman" panose="02020603050405020304" pitchFamily="18" charset="0"/>
                <a:cs typeface="Times New Roman" panose="02020603050405020304" pitchFamily="18" charset="0"/>
              </a:rPr>
              <a:t>Redundant publication undermines the principles of research ethics and poses serious consequences to the scientific community. Adhering to ethical guidelines and promoting responsible publishing practices are crucial to maintain the integrity and reliability of scientific literature.</a:t>
            </a:r>
          </a:p>
          <a:p>
            <a:pPr marL="342900" lvl="0" indent="-342900" algn="just">
              <a:lnSpc>
                <a:spcPct val="107000"/>
              </a:lnSpc>
              <a:spcAft>
                <a:spcPts val="800"/>
              </a:spcAft>
              <a:buSzPts val="1000"/>
              <a:buFont typeface="Symbol" panose="05050102010706020507" pitchFamily="18" charset="2"/>
              <a:buChar char=""/>
              <a:tabLst>
                <a:tab pos="457200" algn="l"/>
              </a:tabLst>
            </a:pPr>
            <a:r>
              <a:rPr lang="en-IN" sz="3400" dirty="0">
                <a:effectLst/>
                <a:latin typeface="Times New Roman" panose="02020603050405020304" pitchFamily="18" charset="0"/>
                <a:ea typeface="Calibri" panose="020F0502020204030204" pitchFamily="34" charset="0"/>
                <a:cs typeface="Times New Roman" panose="02020603050405020304" pitchFamily="18" charset="0"/>
              </a:rPr>
              <a:t>Redundant publication is a serious breach of research ethics that undermines the integrity of scientific literature and the trustworthiness of researchers. </a:t>
            </a:r>
          </a:p>
          <a:p>
            <a:pPr marL="342900" lvl="0" indent="-342900" algn="just">
              <a:lnSpc>
                <a:spcPct val="107000"/>
              </a:lnSpc>
              <a:spcAft>
                <a:spcPts val="800"/>
              </a:spcAft>
              <a:buSzPts val="1000"/>
              <a:buFont typeface="Symbol" panose="05050102010706020507" pitchFamily="18" charset="2"/>
              <a:buChar char=""/>
              <a:tabLst>
                <a:tab pos="457200" algn="l"/>
              </a:tabLst>
            </a:pPr>
            <a:r>
              <a:rPr lang="en-IN" sz="3400" dirty="0">
                <a:effectLst/>
                <a:latin typeface="Times New Roman" panose="02020603050405020304" pitchFamily="18" charset="0"/>
                <a:ea typeface="Calibri" panose="020F0502020204030204" pitchFamily="34" charset="0"/>
                <a:cs typeface="Times New Roman" panose="02020603050405020304" pitchFamily="18" charset="0"/>
              </a:rPr>
              <a:t>To maintain the highest standards of academic integrity, researchers must refrain from engaging in such practices. </a:t>
            </a:r>
          </a:p>
          <a:p>
            <a:pPr marL="342900" lvl="0" indent="-342900" algn="just">
              <a:lnSpc>
                <a:spcPct val="107000"/>
              </a:lnSpc>
              <a:spcAft>
                <a:spcPts val="800"/>
              </a:spcAft>
              <a:buSzPts val="1000"/>
              <a:buFont typeface="Symbol" panose="05050102010706020507" pitchFamily="18" charset="2"/>
              <a:buChar char=""/>
              <a:tabLst>
                <a:tab pos="457200" algn="l"/>
              </a:tabLst>
            </a:pPr>
            <a:r>
              <a:rPr lang="en-IN" sz="3400" dirty="0">
                <a:effectLst/>
                <a:latin typeface="Times New Roman" panose="02020603050405020304" pitchFamily="18" charset="0"/>
                <a:ea typeface="Calibri" panose="020F0502020204030204" pitchFamily="34" charset="0"/>
                <a:cs typeface="Times New Roman" panose="02020603050405020304" pitchFamily="18" charset="0"/>
              </a:rPr>
              <a:t>Journals and academic institutions should continue to educate researchers about the ethical implications and adopt robust policies to prevent and detect redundant publication, ensuring the dissemination of original and valuable research for the advancement of knowledge.</a:t>
            </a:r>
            <a:endParaRPr lang="en-IN" sz="34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41440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0205" y="2788555"/>
            <a:ext cx="8911687" cy="1280890"/>
          </a:xfrm>
        </p:spPr>
        <p:txBody>
          <a:bodyPr>
            <a:normAutofit/>
          </a:bodyPr>
          <a:lstStyle/>
          <a:p>
            <a:pPr algn="ctr"/>
            <a:r>
              <a:rPr lang="en-IN" sz="7200" dirty="0">
                <a:solidFill>
                  <a:srgbClr val="7030A0"/>
                </a:solidFill>
                <a:latin typeface="Agency FB" panose="020B0503020202020204" pitchFamily="34" charset="0"/>
              </a:rPr>
              <a:t>Thank You !</a:t>
            </a:r>
            <a:endParaRPr lang="en-US" sz="7200" dirty="0">
              <a:solidFill>
                <a:srgbClr val="7030A0"/>
              </a:solidFill>
              <a:latin typeface="Agency FB" panose="020B0503020202020204" pitchFamily="34" charset="0"/>
            </a:endParaRPr>
          </a:p>
        </p:txBody>
      </p:sp>
    </p:spTree>
    <p:extLst>
      <p:ext uri="{BB962C8B-B14F-4D97-AF65-F5344CB8AC3E}">
        <p14:creationId xmlns:p14="http://schemas.microsoft.com/office/powerpoint/2010/main" val="794398628"/>
      </p:ext>
    </p:extLst>
  </p:cSld>
  <p:clrMapOvr>
    <a:masterClrMapping/>
  </p:clrMapOvr>
  <mc:AlternateContent xmlns:mc="http://schemas.openxmlformats.org/markup-compatibility/2006" xmlns:p15="http://schemas.microsoft.com/office/powerpoint/2012/main">
    <mc:Choice Requires="p15">
      <p:transition advClick="0">
        <p15:prstTrans prst="pageCurlDouble"/>
      </p:transition>
    </mc:Choice>
    <mc:Fallback xmlns="">
      <p:transition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50" fill="hold"/>
                                        <p:tgtEl>
                                          <p:spTgt spid="2"/>
                                        </p:tgtEl>
                                        <p:attrNameLst>
                                          <p:attrName>ppt_x</p:attrName>
                                        </p:attrNameLst>
                                      </p:cBhvr>
                                      <p:tavLst>
                                        <p:tav tm="0">
                                          <p:val>
                                            <p:strVal val="#ppt_x"/>
                                          </p:val>
                                        </p:tav>
                                        <p:tav tm="100000">
                                          <p:val>
                                            <p:strVal val="#ppt_x"/>
                                          </p:val>
                                        </p:tav>
                                      </p:tavLst>
                                    </p:anim>
                                    <p:anim calcmode="lin" valueType="num">
                                      <p:cBhvr additive="base">
                                        <p:cTn id="8" dur="25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11270</TotalTime>
  <Words>1346</Words>
  <Application>Microsoft Office PowerPoint</Application>
  <PresentationFormat>Widescreen</PresentationFormat>
  <Paragraphs>118</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Agency FB</vt:lpstr>
      <vt:lpstr>Arial</vt:lpstr>
      <vt:lpstr>Arial Rounded MT Bold</vt:lpstr>
      <vt:lpstr>Calibri</vt:lpstr>
      <vt:lpstr>Calibri Light</vt:lpstr>
      <vt:lpstr>Cambria</vt:lpstr>
      <vt:lpstr>Segoe UI</vt:lpstr>
      <vt:lpstr>Symbol</vt:lpstr>
      <vt:lpstr>Times New Roman</vt:lpstr>
      <vt:lpstr>Wingdings</vt:lpstr>
      <vt:lpstr>Office Theme</vt:lpstr>
      <vt:lpstr>DEPARTMENT OF ELECTRICAL AND ELECTRONICS ENGINEERING  </vt:lpstr>
      <vt:lpstr>PowerPoint Presentation</vt:lpstr>
      <vt:lpstr>PowerPoint Presentation</vt:lpstr>
      <vt:lpstr>TYPES OF REDUNDANT PUBLICATION </vt:lpstr>
      <vt:lpstr>PowerPoint Presentation</vt:lpstr>
      <vt:lpstr>Case Study 2</vt:lpstr>
      <vt:lpstr>PowerPoint Presentation</vt:lpstr>
      <vt:lpstr>Salami Slicing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Addressing Redundant Publication</vt:lpstr>
      <vt:lpstr>Consequences</vt:lpstr>
      <vt:lpstr>Ethical Guidelines  </vt:lpstr>
      <vt:lpstr>Responsible Publishing Practices </vt:lpstr>
      <vt:lpstr>Conclusion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PHYSICAL EDUCATION &amp; SPORTS SCIENCES UNIVERSITY OF DELHI</dc:title>
  <dc:creator>PUNAM PRADHAN</dc:creator>
  <cp:lastModifiedBy>Divya A</cp:lastModifiedBy>
  <cp:revision>57</cp:revision>
  <dcterms:created xsi:type="dcterms:W3CDTF">2023-07-09T11:12:24Z</dcterms:created>
  <dcterms:modified xsi:type="dcterms:W3CDTF">2025-11-01T11:03:29Z</dcterms:modified>
</cp:coreProperties>
</file>