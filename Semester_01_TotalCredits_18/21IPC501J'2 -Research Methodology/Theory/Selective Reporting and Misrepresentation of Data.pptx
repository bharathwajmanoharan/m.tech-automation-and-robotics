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65" r:id="rId5"/>
    <p:sldId id="257" r:id="rId6"/>
    <p:sldId id="258" r:id="rId7"/>
    <p:sldId id="259" r:id="rId8"/>
    <p:sldId id="260" r:id="rId9"/>
    <p:sldId id="267" r:id="rId10"/>
    <p:sldId id="261" r:id="rId11"/>
    <p:sldId id="266" r:id="rId12"/>
    <p:sldId id="268" r:id="rId13"/>
    <p:sldId id="262" r:id="rId14"/>
    <p:sldId id="263" r:id="rId15"/>
    <p:sldId id="269" r:id="rId16"/>
  </p:sldIdLst>
  <p:sldSz cx="12192000" cy="6858000"/>
  <p:notesSz cx="6858000" cy="9144000"/>
  <p:custShowLst>
    <p:custShow name="Custom Show 1" id="0">
      <p:sldLst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0C95E-954D-4C5A-BDE0-81545AF16536}" v="31" dt="2025-11-01T09:28:20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gayani Raj" userId="e3262c0b0a6aa95e" providerId="LiveId" clId="{13D5267B-0FD3-4F2C-8040-7707E2DB17A6}"/>
    <pc:docChg chg="undo custSel addSld modSld">
      <pc:chgData name="Karthigayani Raj" userId="e3262c0b0a6aa95e" providerId="LiveId" clId="{13D5267B-0FD3-4F2C-8040-7707E2DB17A6}" dt="2025-11-01T09:23:32.995" v="459" actId="14100"/>
      <pc:docMkLst>
        <pc:docMk/>
      </pc:docMkLst>
      <pc:sldChg chg="modSp mod">
        <pc:chgData name="Karthigayani Raj" userId="e3262c0b0a6aa95e" providerId="LiveId" clId="{13D5267B-0FD3-4F2C-8040-7707E2DB17A6}" dt="2025-11-01T09:12:55.091" v="369" actId="207"/>
        <pc:sldMkLst>
          <pc:docMk/>
          <pc:sldMk cId="2475805559" sldId="257"/>
        </pc:sldMkLst>
        <pc:spChg chg="mod">
          <ac:chgData name="Karthigayani Raj" userId="e3262c0b0a6aa95e" providerId="LiveId" clId="{13D5267B-0FD3-4F2C-8040-7707E2DB17A6}" dt="2025-11-01T09:12:55.091" v="369" actId="207"/>
          <ac:spMkLst>
            <pc:docMk/>
            <pc:sldMk cId="2475805559" sldId="257"/>
            <ac:spMk id="2" creationId="{1C21E816-31F5-48BB-BD02-D15F2F18B48A}"/>
          </ac:spMkLst>
        </pc:spChg>
        <pc:spChg chg="mod">
          <ac:chgData name="Karthigayani Raj" userId="e3262c0b0a6aa95e" providerId="LiveId" clId="{13D5267B-0FD3-4F2C-8040-7707E2DB17A6}" dt="2025-11-01T09:07:07.309" v="340" actId="113"/>
          <ac:spMkLst>
            <pc:docMk/>
            <pc:sldMk cId="2475805559" sldId="257"/>
            <ac:spMk id="3" creationId="{835D6E6B-3353-491C-A3C6-F278D6CED8B3}"/>
          </ac:spMkLst>
        </pc:spChg>
      </pc:sldChg>
      <pc:sldChg chg="addSp delSp modSp mod">
        <pc:chgData name="Karthigayani Raj" userId="e3262c0b0a6aa95e" providerId="LiveId" clId="{13D5267B-0FD3-4F2C-8040-7707E2DB17A6}" dt="2025-11-01T09:22:47.371" v="396" actId="21"/>
        <pc:sldMkLst>
          <pc:docMk/>
          <pc:sldMk cId="263784652" sldId="258"/>
        </pc:sldMkLst>
        <pc:spChg chg="mod">
          <ac:chgData name="Karthigayani Raj" userId="e3262c0b0a6aa95e" providerId="LiveId" clId="{13D5267B-0FD3-4F2C-8040-7707E2DB17A6}" dt="2025-11-01T09:12:54.167" v="368" actId="13926"/>
          <ac:spMkLst>
            <pc:docMk/>
            <pc:sldMk cId="263784652" sldId="258"/>
            <ac:spMk id="2" creationId="{5E562972-3449-42D1-8185-B4BEFD52AB44}"/>
          </ac:spMkLst>
        </pc:spChg>
        <pc:spChg chg="mod">
          <ac:chgData name="Karthigayani Raj" userId="e3262c0b0a6aa95e" providerId="LiveId" clId="{13D5267B-0FD3-4F2C-8040-7707E2DB17A6}" dt="2025-11-01T09:19:53.426" v="384" actId="20577"/>
          <ac:spMkLst>
            <pc:docMk/>
            <pc:sldMk cId="263784652" sldId="258"/>
            <ac:spMk id="5" creationId="{B8E0756A-CFBD-B5D6-12C1-A1B3B06D542C}"/>
          </ac:spMkLst>
        </pc:spChg>
        <pc:picChg chg="add del mod">
          <ac:chgData name="Karthigayani Raj" userId="e3262c0b0a6aa95e" providerId="LiveId" clId="{13D5267B-0FD3-4F2C-8040-7707E2DB17A6}" dt="2025-11-01T09:20:28.074" v="390" actId="21"/>
          <ac:picMkLst>
            <pc:docMk/>
            <pc:sldMk cId="263784652" sldId="258"/>
            <ac:picMk id="3" creationId="{BB08E2C3-21F6-C298-B731-EC50B42046EA}"/>
          </ac:picMkLst>
        </pc:picChg>
        <pc:picChg chg="add del mod">
          <ac:chgData name="Karthigayani Raj" userId="e3262c0b0a6aa95e" providerId="LiveId" clId="{13D5267B-0FD3-4F2C-8040-7707E2DB17A6}" dt="2025-11-01T09:22:47.371" v="396" actId="21"/>
          <ac:picMkLst>
            <pc:docMk/>
            <pc:sldMk cId="263784652" sldId="258"/>
            <ac:picMk id="6" creationId="{38F3518D-A2B9-373F-4285-83A34F076123}"/>
          </ac:picMkLst>
        </pc:picChg>
        <pc:picChg chg="add mod">
          <ac:chgData name="Karthigayani Raj" userId="e3262c0b0a6aa95e" providerId="LiveId" clId="{13D5267B-0FD3-4F2C-8040-7707E2DB17A6}" dt="2025-11-01T09:19:56.269" v="385"/>
          <ac:picMkLst>
            <pc:docMk/>
            <pc:sldMk cId="263784652" sldId="258"/>
            <ac:picMk id="8" creationId="{FA01F90D-6AF0-2C88-6FBD-95BDB46A919A}"/>
          </ac:picMkLst>
        </pc:picChg>
      </pc:sldChg>
      <pc:sldChg chg="modSp mod">
        <pc:chgData name="Karthigayani Raj" userId="e3262c0b0a6aa95e" providerId="LiveId" clId="{13D5267B-0FD3-4F2C-8040-7707E2DB17A6}" dt="2025-11-01T09:07:30.271" v="341" actId="33524"/>
        <pc:sldMkLst>
          <pc:docMk/>
          <pc:sldMk cId="4094712702" sldId="259"/>
        </pc:sldMkLst>
        <pc:spChg chg="mod">
          <ac:chgData name="Karthigayani Raj" userId="e3262c0b0a6aa95e" providerId="LiveId" clId="{13D5267B-0FD3-4F2C-8040-7707E2DB17A6}" dt="2025-10-31T18:06:10.080" v="201" actId="20577"/>
          <ac:spMkLst>
            <pc:docMk/>
            <pc:sldMk cId="4094712702" sldId="259"/>
            <ac:spMk id="2" creationId="{426D0C90-2204-87F2-6B94-4389C0A068EE}"/>
          </ac:spMkLst>
        </pc:spChg>
        <pc:spChg chg="mod">
          <ac:chgData name="Karthigayani Raj" userId="e3262c0b0a6aa95e" providerId="LiveId" clId="{13D5267B-0FD3-4F2C-8040-7707E2DB17A6}" dt="2025-11-01T09:07:30.271" v="341" actId="33524"/>
          <ac:spMkLst>
            <pc:docMk/>
            <pc:sldMk cId="4094712702" sldId="259"/>
            <ac:spMk id="3" creationId="{A53B24C6-527B-0CEB-EDD2-3550E33E76C6}"/>
          </ac:spMkLst>
        </pc:spChg>
      </pc:sldChg>
      <pc:sldChg chg="modSp mod">
        <pc:chgData name="Karthigayani Raj" userId="e3262c0b0a6aa95e" providerId="LiveId" clId="{13D5267B-0FD3-4F2C-8040-7707E2DB17A6}" dt="2025-11-01T09:11:26.560" v="363" actId="13926"/>
        <pc:sldMkLst>
          <pc:docMk/>
          <pc:sldMk cId="2491037374" sldId="260"/>
        </pc:sldMkLst>
        <pc:spChg chg="mod">
          <ac:chgData name="Karthigayani Raj" userId="e3262c0b0a6aa95e" providerId="LiveId" clId="{13D5267B-0FD3-4F2C-8040-7707E2DB17A6}" dt="2025-11-01T09:11:26.560" v="363" actId="13926"/>
          <ac:spMkLst>
            <pc:docMk/>
            <pc:sldMk cId="2491037374" sldId="260"/>
            <ac:spMk id="2" creationId="{5AA56D22-D974-F8C1-7ACF-AA0961CC390D}"/>
          </ac:spMkLst>
        </pc:spChg>
        <pc:spChg chg="mod">
          <ac:chgData name="Karthigayani Raj" userId="e3262c0b0a6aa95e" providerId="LiveId" clId="{13D5267B-0FD3-4F2C-8040-7707E2DB17A6}" dt="2025-10-31T11:06:27.218" v="155" actId="14100"/>
          <ac:spMkLst>
            <pc:docMk/>
            <pc:sldMk cId="2491037374" sldId="260"/>
            <ac:spMk id="3" creationId="{3E805DD5-D3AB-5A9B-0F74-22CF8AE0841E}"/>
          </ac:spMkLst>
        </pc:spChg>
      </pc:sldChg>
      <pc:sldChg chg="modSp mod">
        <pc:chgData name="Karthigayani Raj" userId="e3262c0b0a6aa95e" providerId="LiveId" clId="{13D5267B-0FD3-4F2C-8040-7707E2DB17A6}" dt="2025-10-31T18:29:11.653" v="215" actId="27636"/>
        <pc:sldMkLst>
          <pc:docMk/>
          <pc:sldMk cId="1047229401" sldId="261"/>
        </pc:sldMkLst>
        <pc:spChg chg="mod">
          <ac:chgData name="Karthigayani Raj" userId="e3262c0b0a6aa95e" providerId="LiveId" clId="{13D5267B-0FD3-4F2C-8040-7707E2DB17A6}" dt="2025-10-31T10:25:14.519" v="73" actId="20577"/>
          <ac:spMkLst>
            <pc:docMk/>
            <pc:sldMk cId="1047229401" sldId="261"/>
            <ac:spMk id="2" creationId="{BE92B135-2C66-1A8D-9E9B-CCEB05DA205C}"/>
          </ac:spMkLst>
        </pc:spChg>
        <pc:spChg chg="mod">
          <ac:chgData name="Karthigayani Raj" userId="e3262c0b0a6aa95e" providerId="LiveId" clId="{13D5267B-0FD3-4F2C-8040-7707E2DB17A6}" dt="2025-10-31T18:29:11.653" v="215" actId="27636"/>
          <ac:spMkLst>
            <pc:docMk/>
            <pc:sldMk cId="1047229401" sldId="261"/>
            <ac:spMk id="3" creationId="{D58D5BF0-F065-BEA8-9208-5B41615283DF}"/>
          </ac:spMkLst>
        </pc:spChg>
      </pc:sldChg>
      <pc:sldChg chg="modSp new mod">
        <pc:chgData name="Karthigayani Raj" userId="e3262c0b0a6aa95e" providerId="LiveId" clId="{13D5267B-0FD3-4F2C-8040-7707E2DB17A6}" dt="2025-11-01T09:08:56.498" v="346" actId="20577"/>
        <pc:sldMkLst>
          <pc:docMk/>
          <pc:sldMk cId="3393475177" sldId="262"/>
        </pc:sldMkLst>
        <pc:spChg chg="mod">
          <ac:chgData name="Karthigayani Raj" userId="e3262c0b0a6aa95e" providerId="LiveId" clId="{13D5267B-0FD3-4F2C-8040-7707E2DB17A6}" dt="2025-11-01T09:08:56.498" v="346" actId="20577"/>
          <ac:spMkLst>
            <pc:docMk/>
            <pc:sldMk cId="3393475177" sldId="262"/>
            <ac:spMk id="2" creationId="{3BB0FC0E-0027-60A3-30A3-5B9990F91C42}"/>
          </ac:spMkLst>
        </pc:spChg>
        <pc:spChg chg="mod">
          <ac:chgData name="Karthigayani Raj" userId="e3262c0b0a6aa95e" providerId="LiveId" clId="{13D5267B-0FD3-4F2C-8040-7707E2DB17A6}" dt="2025-10-31T18:31:07.122" v="223" actId="14100"/>
          <ac:spMkLst>
            <pc:docMk/>
            <pc:sldMk cId="3393475177" sldId="262"/>
            <ac:spMk id="3" creationId="{FA7BD30B-B698-EC3E-A4D7-A623B9C6BA39}"/>
          </ac:spMkLst>
        </pc:spChg>
      </pc:sldChg>
      <pc:sldChg chg="addSp modSp new mod">
        <pc:chgData name="Karthigayani Raj" userId="e3262c0b0a6aa95e" providerId="LiveId" clId="{13D5267B-0FD3-4F2C-8040-7707E2DB17A6}" dt="2025-11-01T09:14:05.740" v="370" actId="931"/>
        <pc:sldMkLst>
          <pc:docMk/>
          <pc:sldMk cId="2761446079" sldId="263"/>
        </pc:sldMkLst>
        <pc:spChg chg="mod">
          <ac:chgData name="Karthigayani Raj" userId="e3262c0b0a6aa95e" providerId="LiveId" clId="{13D5267B-0FD3-4F2C-8040-7707E2DB17A6}" dt="2025-11-01T09:09:42.160" v="349" actId="14100"/>
          <ac:spMkLst>
            <pc:docMk/>
            <pc:sldMk cId="2761446079" sldId="263"/>
            <ac:spMk id="2" creationId="{A14C5362-F3A6-FCE4-07E9-4C4404B45877}"/>
          </ac:spMkLst>
        </pc:spChg>
        <pc:spChg chg="mod">
          <ac:chgData name="Karthigayani Raj" userId="e3262c0b0a6aa95e" providerId="LiveId" clId="{13D5267B-0FD3-4F2C-8040-7707E2DB17A6}" dt="2025-11-01T09:09:45.635" v="351" actId="27636"/>
          <ac:spMkLst>
            <pc:docMk/>
            <pc:sldMk cId="2761446079" sldId="263"/>
            <ac:spMk id="3" creationId="{36710E86-6D80-D6D0-D982-68F715B86B62}"/>
          </ac:spMkLst>
        </pc:spChg>
        <pc:picChg chg="add mod">
          <ac:chgData name="Karthigayani Raj" userId="e3262c0b0a6aa95e" providerId="LiveId" clId="{13D5267B-0FD3-4F2C-8040-7707E2DB17A6}" dt="2025-11-01T09:14:05.740" v="370" actId="931"/>
          <ac:picMkLst>
            <pc:docMk/>
            <pc:sldMk cId="2761446079" sldId="263"/>
            <ac:picMk id="5" creationId="{5858962E-01F4-D230-7C00-C69D009B04BF}"/>
          </ac:picMkLst>
        </pc:picChg>
      </pc:sldChg>
      <pc:sldChg chg="new">
        <pc:chgData name="Karthigayani Raj" userId="e3262c0b0a6aa95e" providerId="LiveId" clId="{13D5267B-0FD3-4F2C-8040-7707E2DB17A6}" dt="2025-10-31T18:35:42.229" v="290" actId="680"/>
        <pc:sldMkLst>
          <pc:docMk/>
          <pc:sldMk cId="1886631469" sldId="264"/>
        </pc:sldMkLst>
      </pc:sldChg>
      <pc:sldChg chg="addSp delSp modSp mod">
        <pc:chgData name="Karthigayani Raj" userId="e3262c0b0a6aa95e" providerId="LiveId" clId="{13D5267B-0FD3-4F2C-8040-7707E2DB17A6}" dt="2025-11-01T09:19:41.946" v="383" actId="21"/>
        <pc:sldMkLst>
          <pc:docMk/>
          <pc:sldMk cId="1712747740" sldId="265"/>
        </pc:sldMkLst>
        <pc:spChg chg="mod">
          <ac:chgData name="Karthigayani Raj" userId="e3262c0b0a6aa95e" providerId="LiveId" clId="{13D5267B-0FD3-4F2C-8040-7707E2DB17A6}" dt="2025-11-01T08:59:46.497" v="322" actId="14100"/>
          <ac:spMkLst>
            <pc:docMk/>
            <pc:sldMk cId="1712747740" sldId="265"/>
            <ac:spMk id="3" creationId="{39473C86-ABE2-D9DB-6729-6F0933B1242A}"/>
          </ac:spMkLst>
        </pc:spChg>
        <pc:spChg chg="add mod">
          <ac:chgData name="Karthigayani Raj" userId="e3262c0b0a6aa95e" providerId="LiveId" clId="{13D5267B-0FD3-4F2C-8040-7707E2DB17A6}" dt="2025-11-01T09:00:24.786" v="335" actId="20577"/>
          <ac:spMkLst>
            <pc:docMk/>
            <pc:sldMk cId="1712747740" sldId="265"/>
            <ac:spMk id="5" creationId="{D4AC02C1-B323-C63D-2E5C-3E97853F3394}"/>
          </ac:spMkLst>
        </pc:spChg>
        <pc:spChg chg="mod">
          <ac:chgData name="Karthigayani Raj" userId="e3262c0b0a6aa95e" providerId="LiveId" clId="{13D5267B-0FD3-4F2C-8040-7707E2DB17A6}" dt="2025-11-01T08:56:29.840" v="292" actId="1076"/>
          <ac:spMkLst>
            <pc:docMk/>
            <pc:sldMk cId="1712747740" sldId="265"/>
            <ac:spMk id="6" creationId="{594B61F3-585C-CA45-B52E-7E7B7EF38FD3}"/>
          </ac:spMkLst>
        </pc:spChg>
        <pc:picChg chg="add del mod">
          <ac:chgData name="Karthigayani Raj" userId="e3262c0b0a6aa95e" providerId="LiveId" clId="{13D5267B-0FD3-4F2C-8040-7707E2DB17A6}" dt="2025-11-01T09:06:45.560" v="338" actId="478"/>
          <ac:picMkLst>
            <pc:docMk/>
            <pc:sldMk cId="1712747740" sldId="265"/>
            <ac:picMk id="8" creationId="{9A89465A-7F05-2264-03A7-DDD1A1512190}"/>
          </ac:picMkLst>
        </pc:picChg>
        <pc:picChg chg="add del mod">
          <ac:chgData name="Karthigayani Raj" userId="e3262c0b0a6aa95e" providerId="LiveId" clId="{13D5267B-0FD3-4F2C-8040-7707E2DB17A6}" dt="2025-11-01T09:19:41.946" v="383" actId="21"/>
          <ac:picMkLst>
            <pc:docMk/>
            <pc:sldMk cId="1712747740" sldId="265"/>
            <ac:picMk id="8" creationId="{FA01F90D-6AF0-2C88-6FBD-95BDB46A919A}"/>
          </ac:picMkLst>
        </pc:picChg>
      </pc:sldChg>
      <pc:sldChg chg="modSp mod">
        <pc:chgData name="Karthigayani Raj" userId="e3262c0b0a6aa95e" providerId="LiveId" clId="{13D5267B-0FD3-4F2C-8040-7707E2DB17A6}" dt="2025-11-01T09:10:43.142" v="356" actId="207"/>
        <pc:sldMkLst>
          <pc:docMk/>
          <pc:sldMk cId="4164404637" sldId="266"/>
        </pc:sldMkLst>
        <pc:graphicFrameChg chg="mod modGraphic">
          <ac:chgData name="Karthigayani Raj" userId="e3262c0b0a6aa95e" providerId="LiveId" clId="{13D5267B-0FD3-4F2C-8040-7707E2DB17A6}" dt="2025-11-01T09:10:43.142" v="356" actId="207"/>
          <ac:graphicFrameMkLst>
            <pc:docMk/>
            <pc:sldMk cId="4164404637" sldId="266"/>
            <ac:graphicFrameMk id="6" creationId="{246CC097-2248-292E-4E11-3DC48ED7FD4B}"/>
          </ac:graphicFrameMkLst>
        </pc:graphicFrameChg>
      </pc:sldChg>
      <pc:sldChg chg="modSp">
        <pc:chgData name="Karthigayani Raj" userId="e3262c0b0a6aa95e" providerId="LiveId" clId="{13D5267B-0FD3-4F2C-8040-7707E2DB17A6}" dt="2025-11-01T09:11:13.319" v="361"/>
        <pc:sldMkLst>
          <pc:docMk/>
          <pc:sldMk cId="3948817640" sldId="267"/>
        </pc:sldMkLst>
        <pc:graphicFrameChg chg="mod">
          <ac:chgData name="Karthigayani Raj" userId="e3262c0b0a6aa95e" providerId="LiveId" clId="{13D5267B-0FD3-4F2C-8040-7707E2DB17A6}" dt="2025-11-01T09:11:13.319" v="361"/>
          <ac:graphicFrameMkLst>
            <pc:docMk/>
            <pc:sldMk cId="3948817640" sldId="267"/>
            <ac:graphicFrameMk id="4" creationId="{ACCEE174-E7FB-10E7-D9D7-5901194F0235}"/>
          </ac:graphicFrameMkLst>
        </pc:graphicFrameChg>
      </pc:sldChg>
      <pc:sldChg chg="addSp delSp modSp new mod">
        <pc:chgData name="Karthigayani Raj" userId="e3262c0b0a6aa95e" providerId="LiveId" clId="{13D5267B-0FD3-4F2C-8040-7707E2DB17A6}" dt="2025-11-01T09:23:32.995" v="459" actId="14100"/>
        <pc:sldMkLst>
          <pc:docMk/>
          <pc:sldMk cId="312527776" sldId="269"/>
        </pc:sldMkLst>
        <pc:spChg chg="mod">
          <ac:chgData name="Karthigayani Raj" userId="e3262c0b0a6aa95e" providerId="LiveId" clId="{13D5267B-0FD3-4F2C-8040-7707E2DB17A6}" dt="2025-11-01T09:23:32.995" v="459" actId="14100"/>
          <ac:spMkLst>
            <pc:docMk/>
            <pc:sldMk cId="312527776" sldId="269"/>
            <ac:spMk id="2" creationId="{77D9325A-1C7B-D506-9B1D-8B92A76FDEA2}"/>
          </ac:spMkLst>
        </pc:spChg>
        <pc:spChg chg="del">
          <ac:chgData name="Karthigayani Raj" userId="e3262c0b0a6aa95e" providerId="LiveId" clId="{13D5267B-0FD3-4F2C-8040-7707E2DB17A6}" dt="2025-11-01T09:16:25.112" v="372" actId="931"/>
          <ac:spMkLst>
            <pc:docMk/>
            <pc:sldMk cId="312527776" sldId="269"/>
            <ac:spMk id="3" creationId="{A8FDAFDB-676A-EBC8-1AE6-6B94D15B8C6E}"/>
          </ac:spMkLst>
        </pc:spChg>
        <pc:spChg chg="add mod">
          <ac:chgData name="Karthigayani Raj" userId="e3262c0b0a6aa95e" providerId="LiveId" clId="{13D5267B-0FD3-4F2C-8040-7707E2DB17A6}" dt="2025-11-01T09:16:43.885" v="378" actId="1076"/>
          <ac:spMkLst>
            <pc:docMk/>
            <pc:sldMk cId="312527776" sldId="269"/>
            <ac:spMk id="6" creationId="{22491333-AAF2-FCEF-9608-7D95DE8D3110}"/>
          </ac:spMkLst>
        </pc:spChg>
        <pc:picChg chg="add mod">
          <ac:chgData name="Karthigayani Raj" userId="e3262c0b0a6aa95e" providerId="LiveId" clId="{13D5267B-0FD3-4F2C-8040-7707E2DB17A6}" dt="2025-11-01T09:23:11.264" v="401" actId="14100"/>
          <ac:picMkLst>
            <pc:docMk/>
            <pc:sldMk cId="312527776" sldId="269"/>
            <ac:picMk id="3" creationId="{38F3518D-A2B9-373F-4285-83A34F076123}"/>
          </ac:picMkLst>
        </pc:picChg>
        <pc:picChg chg="add mod">
          <ac:chgData name="Karthigayani Raj" userId="e3262c0b0a6aa95e" providerId="LiveId" clId="{13D5267B-0FD3-4F2C-8040-7707E2DB17A6}" dt="2025-11-01T09:23:15.080" v="403" actId="14100"/>
          <ac:picMkLst>
            <pc:docMk/>
            <pc:sldMk cId="312527776" sldId="269"/>
            <ac:picMk id="5" creationId="{23F3C6E5-9DCD-C37B-C66A-5F7F204A591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AA170-E960-408D-9B8C-E4F600D5B59B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02EA484-F7A7-48CD-BC99-CBAF3403287D}">
      <dgm:prSet phldrT="[Text]" phldr="0"/>
      <dgm:spPr>
        <a:solidFill>
          <a:srgbClr val="FF0000">
            <a:alpha val="50000"/>
          </a:srgbClr>
        </a:solidFill>
      </dgm:spPr>
      <dgm:t>
        <a:bodyPr/>
        <a:lstStyle/>
        <a:p>
          <a:r>
            <a:rPr lang="en-IN" dirty="0"/>
            <a:t>Misrepresentation of Data Methods </a:t>
          </a:r>
        </a:p>
      </dgm:t>
    </dgm:pt>
    <dgm:pt modelId="{E672C6D3-12FD-4876-B06D-80CB724A12C4}" type="parTrans" cxnId="{BCBAC31A-2E0D-4F94-B3F2-C4F70C85596C}">
      <dgm:prSet/>
      <dgm:spPr/>
      <dgm:t>
        <a:bodyPr/>
        <a:lstStyle/>
        <a:p>
          <a:endParaRPr lang="en-IN"/>
        </a:p>
      </dgm:t>
    </dgm:pt>
    <dgm:pt modelId="{0E17108A-77AD-4DDA-933E-660605BDE598}" type="sibTrans" cxnId="{BCBAC31A-2E0D-4F94-B3F2-C4F70C85596C}">
      <dgm:prSet/>
      <dgm:spPr/>
      <dgm:t>
        <a:bodyPr/>
        <a:lstStyle/>
        <a:p>
          <a:endParaRPr lang="en-IN"/>
        </a:p>
      </dgm:t>
    </dgm:pt>
    <dgm:pt modelId="{9536997C-4A43-465C-B4D3-36D7DB73AC07}">
      <dgm:prSet phldrT="[Text]" phldr="0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en-IN" dirty="0"/>
            <a:t>Falsification </a:t>
          </a:r>
        </a:p>
      </dgm:t>
    </dgm:pt>
    <dgm:pt modelId="{E29304D7-A858-4AD1-9BC6-04B4A1303E6B}" type="parTrans" cxnId="{0500184C-909C-47BE-9F64-4E760E9221A8}">
      <dgm:prSet/>
      <dgm:spPr/>
      <dgm:t>
        <a:bodyPr/>
        <a:lstStyle/>
        <a:p>
          <a:endParaRPr lang="en-IN"/>
        </a:p>
      </dgm:t>
    </dgm:pt>
    <dgm:pt modelId="{92A4FEEE-8207-483E-AF04-4B8EC5240E6E}" type="sibTrans" cxnId="{0500184C-909C-47BE-9F64-4E760E9221A8}">
      <dgm:prSet/>
      <dgm:spPr/>
      <dgm:t>
        <a:bodyPr/>
        <a:lstStyle/>
        <a:p>
          <a:endParaRPr lang="en-IN"/>
        </a:p>
      </dgm:t>
    </dgm:pt>
    <dgm:pt modelId="{10D69F84-2EC7-4AD0-AF87-BC6F9D4333BD}">
      <dgm:prSet phldrT="[Text]" phldr="0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en-IN" dirty="0"/>
            <a:t>Spin </a:t>
          </a:r>
        </a:p>
      </dgm:t>
    </dgm:pt>
    <dgm:pt modelId="{32903368-2C56-4E84-9306-269FE65507B2}" type="parTrans" cxnId="{56A31FC2-E2AD-41FD-A8CD-3C3A1EC58131}">
      <dgm:prSet/>
      <dgm:spPr/>
      <dgm:t>
        <a:bodyPr/>
        <a:lstStyle/>
        <a:p>
          <a:endParaRPr lang="en-IN"/>
        </a:p>
      </dgm:t>
    </dgm:pt>
    <dgm:pt modelId="{8B5A965C-9EA9-4A97-9AC2-FC5022671C35}" type="sibTrans" cxnId="{56A31FC2-E2AD-41FD-A8CD-3C3A1EC58131}">
      <dgm:prSet/>
      <dgm:spPr/>
      <dgm:t>
        <a:bodyPr/>
        <a:lstStyle/>
        <a:p>
          <a:endParaRPr lang="en-IN"/>
        </a:p>
      </dgm:t>
    </dgm:pt>
    <dgm:pt modelId="{3C13EB04-16EF-4AE5-9368-5D108DDEF659}">
      <dgm:prSet phldrT="[Text]" phldr="0"/>
      <dgm:spPr/>
      <dgm:t>
        <a:bodyPr/>
        <a:lstStyle/>
        <a:p>
          <a:r>
            <a:rPr lang="en-IN" dirty="0"/>
            <a:t>Data Dredging</a:t>
          </a:r>
        </a:p>
      </dgm:t>
    </dgm:pt>
    <dgm:pt modelId="{822CE5D8-329F-40EE-9D28-C3969F140851}" type="parTrans" cxnId="{92529EDE-0C11-4709-912C-5F3CB13D4538}">
      <dgm:prSet/>
      <dgm:spPr/>
      <dgm:t>
        <a:bodyPr/>
        <a:lstStyle/>
        <a:p>
          <a:endParaRPr lang="en-IN"/>
        </a:p>
      </dgm:t>
    </dgm:pt>
    <dgm:pt modelId="{E90AC1C7-3B6E-49EF-B501-4DBEE1A51359}" type="sibTrans" cxnId="{92529EDE-0C11-4709-912C-5F3CB13D4538}">
      <dgm:prSet/>
      <dgm:spPr/>
      <dgm:t>
        <a:bodyPr/>
        <a:lstStyle/>
        <a:p>
          <a:endParaRPr lang="en-IN"/>
        </a:p>
      </dgm:t>
    </dgm:pt>
    <dgm:pt modelId="{B3558AE4-EAEA-423E-8927-E31661FF7E1A}">
      <dgm:prSet phldrT="[Text]" phldr="0"/>
      <dgm:spPr>
        <a:solidFill>
          <a:srgbClr val="002060">
            <a:alpha val="50000"/>
          </a:srgbClr>
        </a:solidFill>
      </dgm:spPr>
      <dgm:t>
        <a:bodyPr/>
        <a:lstStyle/>
        <a:p>
          <a:r>
            <a:rPr lang="en-IN" dirty="0"/>
            <a:t>Misinterpreting Findings</a:t>
          </a:r>
        </a:p>
      </dgm:t>
    </dgm:pt>
    <dgm:pt modelId="{FB73B40F-57B6-45A7-926B-DFBD9A7FD65F}" type="parTrans" cxnId="{0FC475D9-D4CB-427B-B374-5F4028E47FEE}">
      <dgm:prSet/>
      <dgm:spPr/>
      <dgm:t>
        <a:bodyPr/>
        <a:lstStyle/>
        <a:p>
          <a:endParaRPr lang="en-IN"/>
        </a:p>
      </dgm:t>
    </dgm:pt>
    <dgm:pt modelId="{69B1816B-7D4E-480B-90E0-820C46C47306}" type="sibTrans" cxnId="{0FC475D9-D4CB-427B-B374-5F4028E47FEE}">
      <dgm:prSet/>
      <dgm:spPr/>
      <dgm:t>
        <a:bodyPr/>
        <a:lstStyle/>
        <a:p>
          <a:endParaRPr lang="en-IN"/>
        </a:p>
      </dgm:t>
    </dgm:pt>
    <dgm:pt modelId="{DA26C664-5CD1-48FC-9CCA-7A3FCE49731E}" type="pres">
      <dgm:prSet presAssocID="{309AA170-E960-408D-9B8C-E4F600D5B59B}" presName="composite" presStyleCnt="0">
        <dgm:presLayoutVars>
          <dgm:chMax val="1"/>
          <dgm:dir/>
          <dgm:resizeHandles val="exact"/>
        </dgm:presLayoutVars>
      </dgm:prSet>
      <dgm:spPr/>
    </dgm:pt>
    <dgm:pt modelId="{51C1D7C7-193C-4BEB-9B87-0D02FA5EC05A}" type="pres">
      <dgm:prSet presAssocID="{309AA170-E960-408D-9B8C-E4F600D5B59B}" presName="radial" presStyleCnt="0">
        <dgm:presLayoutVars>
          <dgm:animLvl val="ctr"/>
        </dgm:presLayoutVars>
      </dgm:prSet>
      <dgm:spPr/>
    </dgm:pt>
    <dgm:pt modelId="{E094BD55-DBD5-48B0-9866-F15CA75E026F}" type="pres">
      <dgm:prSet presAssocID="{402EA484-F7A7-48CD-BC99-CBAF3403287D}" presName="centerShape" presStyleLbl="vennNode1" presStyleIdx="0" presStyleCnt="5" custScaleX="90336" custScaleY="87912"/>
      <dgm:spPr/>
    </dgm:pt>
    <dgm:pt modelId="{1B2CF57C-05FD-40D0-8320-4A9D55636D01}" type="pres">
      <dgm:prSet presAssocID="{9536997C-4A43-465C-B4D3-36D7DB73AC07}" presName="node" presStyleLbl="vennNode1" presStyleIdx="1" presStyleCnt="5" custScaleX="210602" custRadScaleRad="102347" custRadScaleInc="-2297">
        <dgm:presLayoutVars>
          <dgm:bulletEnabled val="1"/>
        </dgm:presLayoutVars>
      </dgm:prSet>
      <dgm:spPr/>
    </dgm:pt>
    <dgm:pt modelId="{CE75E3CC-3186-45D9-B497-5DC1520751EC}" type="pres">
      <dgm:prSet presAssocID="{10D69F84-2EC7-4AD0-AF87-BC6F9D4333BD}" presName="node" presStyleLbl="vennNode1" presStyleIdx="2" presStyleCnt="5" custScaleX="299970" custRadScaleRad="184548" custRadScaleInc="-1241">
        <dgm:presLayoutVars>
          <dgm:bulletEnabled val="1"/>
        </dgm:presLayoutVars>
      </dgm:prSet>
      <dgm:spPr/>
    </dgm:pt>
    <dgm:pt modelId="{FE698CE1-35BA-49A2-A817-764125726589}" type="pres">
      <dgm:prSet presAssocID="{3C13EB04-16EF-4AE5-9368-5D108DDEF659}" presName="node" presStyleLbl="vennNode1" presStyleIdx="3" presStyleCnt="5" custScaleX="257573" custRadScaleRad="98444">
        <dgm:presLayoutVars>
          <dgm:bulletEnabled val="1"/>
        </dgm:presLayoutVars>
      </dgm:prSet>
      <dgm:spPr/>
    </dgm:pt>
    <dgm:pt modelId="{B8BD8787-5F02-4F48-B3B0-16C8DE2CB989}" type="pres">
      <dgm:prSet presAssocID="{B3558AE4-EAEA-423E-8927-E31661FF7E1A}" presName="node" presStyleLbl="vennNode1" presStyleIdx="4" presStyleCnt="5" custScaleX="265973" custRadScaleRad="175685" custRadScaleInc="1304">
        <dgm:presLayoutVars>
          <dgm:bulletEnabled val="1"/>
        </dgm:presLayoutVars>
      </dgm:prSet>
      <dgm:spPr/>
    </dgm:pt>
  </dgm:ptLst>
  <dgm:cxnLst>
    <dgm:cxn modelId="{ED944408-4970-45A1-B9F5-AB6D97257945}" type="presOf" srcId="{9536997C-4A43-465C-B4D3-36D7DB73AC07}" destId="{1B2CF57C-05FD-40D0-8320-4A9D55636D01}" srcOrd="0" destOrd="0" presId="urn:microsoft.com/office/officeart/2005/8/layout/radial3"/>
    <dgm:cxn modelId="{BCBAC31A-2E0D-4F94-B3F2-C4F70C85596C}" srcId="{309AA170-E960-408D-9B8C-E4F600D5B59B}" destId="{402EA484-F7A7-48CD-BC99-CBAF3403287D}" srcOrd="0" destOrd="0" parTransId="{E672C6D3-12FD-4876-B06D-80CB724A12C4}" sibTransId="{0E17108A-77AD-4DDA-933E-660605BDE598}"/>
    <dgm:cxn modelId="{2C595422-41E6-4F2C-BD1E-4224E79E189E}" type="presOf" srcId="{402EA484-F7A7-48CD-BC99-CBAF3403287D}" destId="{E094BD55-DBD5-48B0-9866-F15CA75E026F}" srcOrd="0" destOrd="0" presId="urn:microsoft.com/office/officeart/2005/8/layout/radial3"/>
    <dgm:cxn modelId="{5A76875D-DA4F-424E-82B0-49BE2D1BCCE9}" type="presOf" srcId="{10D69F84-2EC7-4AD0-AF87-BC6F9D4333BD}" destId="{CE75E3CC-3186-45D9-B497-5DC1520751EC}" srcOrd="0" destOrd="0" presId="urn:microsoft.com/office/officeart/2005/8/layout/radial3"/>
    <dgm:cxn modelId="{0500184C-909C-47BE-9F64-4E760E9221A8}" srcId="{402EA484-F7A7-48CD-BC99-CBAF3403287D}" destId="{9536997C-4A43-465C-B4D3-36D7DB73AC07}" srcOrd="0" destOrd="0" parTransId="{E29304D7-A858-4AD1-9BC6-04B4A1303E6B}" sibTransId="{92A4FEEE-8207-483E-AF04-4B8EC5240E6E}"/>
    <dgm:cxn modelId="{76570450-F1A1-46F8-A46B-31AAE60126AC}" type="presOf" srcId="{B3558AE4-EAEA-423E-8927-E31661FF7E1A}" destId="{B8BD8787-5F02-4F48-B3B0-16C8DE2CB989}" srcOrd="0" destOrd="0" presId="urn:microsoft.com/office/officeart/2005/8/layout/radial3"/>
    <dgm:cxn modelId="{10E75076-FD70-41EC-8774-B6854A5FDD1D}" type="presOf" srcId="{309AA170-E960-408D-9B8C-E4F600D5B59B}" destId="{DA26C664-5CD1-48FC-9CCA-7A3FCE49731E}" srcOrd="0" destOrd="0" presId="urn:microsoft.com/office/officeart/2005/8/layout/radial3"/>
    <dgm:cxn modelId="{3CCF967A-739E-4958-B378-CF0BD54E7769}" type="presOf" srcId="{3C13EB04-16EF-4AE5-9368-5D108DDEF659}" destId="{FE698CE1-35BA-49A2-A817-764125726589}" srcOrd="0" destOrd="0" presId="urn:microsoft.com/office/officeart/2005/8/layout/radial3"/>
    <dgm:cxn modelId="{56A31FC2-E2AD-41FD-A8CD-3C3A1EC58131}" srcId="{402EA484-F7A7-48CD-BC99-CBAF3403287D}" destId="{10D69F84-2EC7-4AD0-AF87-BC6F9D4333BD}" srcOrd="1" destOrd="0" parTransId="{32903368-2C56-4E84-9306-269FE65507B2}" sibTransId="{8B5A965C-9EA9-4A97-9AC2-FC5022671C35}"/>
    <dgm:cxn modelId="{0FC475D9-D4CB-427B-B374-5F4028E47FEE}" srcId="{402EA484-F7A7-48CD-BC99-CBAF3403287D}" destId="{B3558AE4-EAEA-423E-8927-E31661FF7E1A}" srcOrd="3" destOrd="0" parTransId="{FB73B40F-57B6-45A7-926B-DFBD9A7FD65F}" sibTransId="{69B1816B-7D4E-480B-90E0-820C46C47306}"/>
    <dgm:cxn modelId="{92529EDE-0C11-4709-912C-5F3CB13D4538}" srcId="{402EA484-F7A7-48CD-BC99-CBAF3403287D}" destId="{3C13EB04-16EF-4AE5-9368-5D108DDEF659}" srcOrd="2" destOrd="0" parTransId="{822CE5D8-329F-40EE-9D28-C3969F140851}" sibTransId="{E90AC1C7-3B6E-49EF-B501-4DBEE1A51359}"/>
    <dgm:cxn modelId="{DA551385-8493-4477-923D-AED57E26BAFC}" type="presParOf" srcId="{DA26C664-5CD1-48FC-9CCA-7A3FCE49731E}" destId="{51C1D7C7-193C-4BEB-9B87-0D02FA5EC05A}" srcOrd="0" destOrd="0" presId="urn:microsoft.com/office/officeart/2005/8/layout/radial3"/>
    <dgm:cxn modelId="{B3C7A81D-A62A-49DC-A66A-C084620E9571}" type="presParOf" srcId="{51C1D7C7-193C-4BEB-9B87-0D02FA5EC05A}" destId="{E094BD55-DBD5-48B0-9866-F15CA75E026F}" srcOrd="0" destOrd="0" presId="urn:microsoft.com/office/officeart/2005/8/layout/radial3"/>
    <dgm:cxn modelId="{B038089D-9773-4D24-95B7-DD442B6CB78C}" type="presParOf" srcId="{51C1D7C7-193C-4BEB-9B87-0D02FA5EC05A}" destId="{1B2CF57C-05FD-40D0-8320-4A9D55636D01}" srcOrd="1" destOrd="0" presId="urn:microsoft.com/office/officeart/2005/8/layout/radial3"/>
    <dgm:cxn modelId="{2EE96BD0-C2DA-47D7-8E88-F8815995644D}" type="presParOf" srcId="{51C1D7C7-193C-4BEB-9B87-0D02FA5EC05A}" destId="{CE75E3CC-3186-45D9-B497-5DC1520751EC}" srcOrd="2" destOrd="0" presId="urn:microsoft.com/office/officeart/2005/8/layout/radial3"/>
    <dgm:cxn modelId="{90BB293F-57DF-4508-8B76-EE491D59F11E}" type="presParOf" srcId="{51C1D7C7-193C-4BEB-9B87-0D02FA5EC05A}" destId="{FE698CE1-35BA-49A2-A817-764125726589}" srcOrd="3" destOrd="0" presId="urn:microsoft.com/office/officeart/2005/8/layout/radial3"/>
    <dgm:cxn modelId="{B0536191-9776-4615-AF3F-8D309115F1B1}" type="presParOf" srcId="{51C1D7C7-193C-4BEB-9B87-0D02FA5EC05A}" destId="{B8BD8787-5F02-4F48-B3B0-16C8DE2CB989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A19213-6804-4AC3-A13F-7EA062EA45BC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A56E160-165E-4939-997D-C847AFF36744}">
      <dgm:prSet phldrT="[Text]" phldr="0"/>
      <dgm:spPr/>
      <dgm:t>
        <a:bodyPr/>
        <a:lstStyle/>
        <a:p>
          <a:r>
            <a:rPr lang="en-IN" dirty="0"/>
            <a:t>Time lag Bias</a:t>
          </a:r>
        </a:p>
      </dgm:t>
    </dgm:pt>
    <dgm:pt modelId="{1A5D2CEA-19CE-4447-A9EB-39E5D2A43929}" type="parTrans" cxnId="{834D1199-472F-4DB2-A864-9131DEAB7669}">
      <dgm:prSet/>
      <dgm:spPr/>
      <dgm:t>
        <a:bodyPr/>
        <a:lstStyle/>
        <a:p>
          <a:endParaRPr lang="en-IN"/>
        </a:p>
      </dgm:t>
    </dgm:pt>
    <dgm:pt modelId="{875105FF-33C1-44D8-B5B6-24655A4C258F}" type="sibTrans" cxnId="{834D1199-472F-4DB2-A864-9131DEAB7669}">
      <dgm:prSet/>
      <dgm:spPr/>
      <dgm:t>
        <a:bodyPr/>
        <a:lstStyle/>
        <a:p>
          <a:endParaRPr lang="en-IN"/>
        </a:p>
      </dgm:t>
    </dgm:pt>
    <dgm:pt modelId="{5415C322-FCA0-4C17-A547-28FC6335BB6C}">
      <dgm:prSet phldrT="[Text]" phldr="0"/>
      <dgm:spPr>
        <a:solidFill>
          <a:srgbClr val="0070C0"/>
        </a:solidFill>
      </dgm:spPr>
      <dgm:t>
        <a:bodyPr/>
        <a:lstStyle/>
        <a:p>
          <a:r>
            <a:rPr lang="en-IN" dirty="0"/>
            <a:t>Language Bias </a:t>
          </a:r>
        </a:p>
      </dgm:t>
    </dgm:pt>
    <dgm:pt modelId="{DE6CA96A-CD0F-4EB3-8E90-044A6866473A}" type="parTrans" cxnId="{4EE8B7CB-2CE7-4F6D-8C26-F8A7B1312483}">
      <dgm:prSet/>
      <dgm:spPr/>
      <dgm:t>
        <a:bodyPr/>
        <a:lstStyle/>
        <a:p>
          <a:endParaRPr lang="en-IN"/>
        </a:p>
      </dgm:t>
    </dgm:pt>
    <dgm:pt modelId="{410DA344-733A-4ADB-A273-57171BE885D2}" type="sibTrans" cxnId="{4EE8B7CB-2CE7-4F6D-8C26-F8A7B1312483}">
      <dgm:prSet/>
      <dgm:spPr/>
      <dgm:t>
        <a:bodyPr/>
        <a:lstStyle/>
        <a:p>
          <a:endParaRPr lang="en-IN"/>
        </a:p>
      </dgm:t>
    </dgm:pt>
    <dgm:pt modelId="{5A9719C9-8C2A-4C94-ACE5-AB7ACD11E634}">
      <dgm:prSet phldrT="[Text]" phldr="0"/>
      <dgm:spPr>
        <a:solidFill>
          <a:srgbClr val="FF0000"/>
        </a:solidFill>
      </dgm:spPr>
      <dgm:t>
        <a:bodyPr/>
        <a:lstStyle/>
        <a:p>
          <a:r>
            <a:rPr lang="en-IN" dirty="0"/>
            <a:t>Citation bias</a:t>
          </a:r>
        </a:p>
      </dgm:t>
    </dgm:pt>
    <dgm:pt modelId="{A0D38E72-2377-4B69-9136-55006BA95A88}" type="parTrans" cxnId="{35937288-B178-4A7B-8A5E-178F3BC4CCD8}">
      <dgm:prSet/>
      <dgm:spPr/>
      <dgm:t>
        <a:bodyPr/>
        <a:lstStyle/>
        <a:p>
          <a:endParaRPr lang="en-IN"/>
        </a:p>
      </dgm:t>
    </dgm:pt>
    <dgm:pt modelId="{1C92108C-E9B3-47CE-9B46-102CF9466DC8}" type="sibTrans" cxnId="{35937288-B178-4A7B-8A5E-178F3BC4CCD8}">
      <dgm:prSet/>
      <dgm:spPr/>
      <dgm:t>
        <a:bodyPr/>
        <a:lstStyle/>
        <a:p>
          <a:endParaRPr lang="en-IN"/>
        </a:p>
      </dgm:t>
    </dgm:pt>
    <dgm:pt modelId="{782114F4-416B-4BA3-858E-AD0059518EFC}">
      <dgm:prSet/>
      <dgm:spPr>
        <a:solidFill>
          <a:srgbClr val="FFC000"/>
        </a:solidFill>
      </dgm:spPr>
      <dgm:t>
        <a:bodyPr/>
        <a:lstStyle/>
        <a:p>
          <a:pPr>
            <a:buNone/>
          </a:pPr>
          <a:r>
            <a:rPr lang="en-IN" b="1" i="0" dirty="0"/>
            <a:t>Publication </a:t>
          </a:r>
          <a:r>
            <a:rPr lang="en-IN" b="1" i="0" dirty="0">
              <a:solidFill>
                <a:srgbClr val="FFFF00"/>
              </a:solidFill>
            </a:rPr>
            <a:t>bias</a:t>
          </a:r>
          <a:endParaRPr lang="en-IN" dirty="0">
            <a:solidFill>
              <a:srgbClr val="FFFF00"/>
            </a:solidFill>
          </a:endParaRPr>
        </a:p>
      </dgm:t>
    </dgm:pt>
    <dgm:pt modelId="{A861630D-36D8-4C8D-BF99-F882142E7E78}" type="parTrans" cxnId="{4FD741A5-F2DE-4265-8CCF-11CC5F1B3B12}">
      <dgm:prSet/>
      <dgm:spPr/>
      <dgm:t>
        <a:bodyPr/>
        <a:lstStyle/>
        <a:p>
          <a:endParaRPr lang="en-IN"/>
        </a:p>
      </dgm:t>
    </dgm:pt>
    <dgm:pt modelId="{91E58CA4-D7BD-46B9-BF0D-9EFD27CADCEA}" type="sibTrans" cxnId="{4FD741A5-F2DE-4265-8CCF-11CC5F1B3B12}">
      <dgm:prSet/>
      <dgm:spPr/>
      <dgm:t>
        <a:bodyPr/>
        <a:lstStyle/>
        <a:p>
          <a:endParaRPr lang="en-IN"/>
        </a:p>
      </dgm:t>
    </dgm:pt>
    <dgm:pt modelId="{2061BC06-0FEB-4C5A-AEEE-F3A8524F6F30}">
      <dgm:prSet/>
      <dgm:spPr>
        <a:solidFill>
          <a:srgbClr val="92D050"/>
        </a:solidFill>
      </dgm:spPr>
      <dgm:t>
        <a:bodyPr/>
        <a:lstStyle/>
        <a:p>
          <a:pPr>
            <a:buNone/>
          </a:pPr>
          <a:r>
            <a:rPr lang="en-IN" b="1" i="0" dirty="0"/>
            <a:t>Outcome reporting bias</a:t>
          </a:r>
          <a:endParaRPr lang="en-IN" dirty="0"/>
        </a:p>
      </dgm:t>
    </dgm:pt>
    <dgm:pt modelId="{2DC4E0ED-0FCB-49BC-BF5A-62A649B6346B}" type="parTrans" cxnId="{9BDA42E1-BEBD-478F-8FB4-BD15166DDE20}">
      <dgm:prSet/>
      <dgm:spPr/>
      <dgm:t>
        <a:bodyPr/>
        <a:lstStyle/>
        <a:p>
          <a:endParaRPr lang="en-IN"/>
        </a:p>
      </dgm:t>
    </dgm:pt>
    <dgm:pt modelId="{9DB7EC10-EE39-4D47-B47F-B558FD4B9ACE}" type="sibTrans" cxnId="{9BDA42E1-BEBD-478F-8FB4-BD15166DDE20}">
      <dgm:prSet/>
      <dgm:spPr/>
      <dgm:t>
        <a:bodyPr/>
        <a:lstStyle/>
        <a:p>
          <a:endParaRPr lang="en-IN"/>
        </a:p>
      </dgm:t>
    </dgm:pt>
    <dgm:pt modelId="{6FA9255B-D1E5-44F9-86B5-83D23C665788}" type="pres">
      <dgm:prSet presAssocID="{65A19213-6804-4AC3-A13F-7EA062EA45BC}" presName="cycle" presStyleCnt="0">
        <dgm:presLayoutVars>
          <dgm:dir/>
          <dgm:resizeHandles val="exact"/>
        </dgm:presLayoutVars>
      </dgm:prSet>
      <dgm:spPr/>
    </dgm:pt>
    <dgm:pt modelId="{1150B9B6-3D4E-4AB7-8623-C56A3CABE4F1}" type="pres">
      <dgm:prSet presAssocID="{782114F4-416B-4BA3-858E-AD0059518EFC}" presName="node" presStyleLbl="node1" presStyleIdx="0" presStyleCnt="5" custScaleX="171089">
        <dgm:presLayoutVars>
          <dgm:bulletEnabled val="1"/>
        </dgm:presLayoutVars>
      </dgm:prSet>
      <dgm:spPr/>
    </dgm:pt>
    <dgm:pt modelId="{BEBA3F8F-ECBF-476A-BC9F-198E245099B2}" type="pres">
      <dgm:prSet presAssocID="{91E58CA4-D7BD-46B9-BF0D-9EFD27CADCEA}" presName="sibTrans" presStyleLbl="sibTrans2D1" presStyleIdx="0" presStyleCnt="5" custScaleX="220060"/>
      <dgm:spPr/>
    </dgm:pt>
    <dgm:pt modelId="{41D19C3A-461B-4BB6-B021-CD6FE1DDFAFA}" type="pres">
      <dgm:prSet presAssocID="{91E58CA4-D7BD-46B9-BF0D-9EFD27CADCEA}" presName="connectorText" presStyleLbl="sibTrans2D1" presStyleIdx="0" presStyleCnt="5"/>
      <dgm:spPr/>
    </dgm:pt>
    <dgm:pt modelId="{F3D0568B-8C35-4F98-9E48-A8F0314E1BC1}" type="pres">
      <dgm:prSet presAssocID="{5A56E160-165E-4939-997D-C847AFF36744}" presName="node" presStyleLbl="node1" presStyleIdx="1" presStyleCnt="5" custScaleX="277371" custScaleY="81443" custRadScaleRad="150678" custRadScaleInc="17965">
        <dgm:presLayoutVars>
          <dgm:bulletEnabled val="1"/>
        </dgm:presLayoutVars>
      </dgm:prSet>
      <dgm:spPr/>
    </dgm:pt>
    <dgm:pt modelId="{8F2FDFA9-D997-47A2-896F-DFB10C3F32B7}" type="pres">
      <dgm:prSet presAssocID="{875105FF-33C1-44D8-B5B6-24655A4C258F}" presName="sibTrans" presStyleLbl="sibTrans2D1" presStyleIdx="1" presStyleCnt="5" custScaleX="149836"/>
      <dgm:spPr/>
    </dgm:pt>
    <dgm:pt modelId="{A671A178-2AE0-407C-83F5-DCD3A60E432E}" type="pres">
      <dgm:prSet presAssocID="{875105FF-33C1-44D8-B5B6-24655A4C258F}" presName="connectorText" presStyleLbl="sibTrans2D1" presStyleIdx="1" presStyleCnt="5"/>
      <dgm:spPr/>
    </dgm:pt>
    <dgm:pt modelId="{6E625C76-53C2-4A63-9328-B6B48B9BB3A2}" type="pres">
      <dgm:prSet presAssocID="{2061BC06-0FEB-4C5A-AEEE-F3A8524F6F30}" presName="node" presStyleLbl="node1" presStyleIdx="2" presStyleCnt="5" custScaleX="176469" custScaleY="92588" custRadScaleRad="98483" custRadScaleInc="-17119">
        <dgm:presLayoutVars>
          <dgm:bulletEnabled val="1"/>
        </dgm:presLayoutVars>
      </dgm:prSet>
      <dgm:spPr/>
    </dgm:pt>
    <dgm:pt modelId="{65228C4C-778E-417C-8EC6-13FDDF6F7F4B}" type="pres">
      <dgm:prSet presAssocID="{9DB7EC10-EE39-4D47-B47F-B558FD4B9ACE}" presName="sibTrans" presStyleLbl="sibTrans2D1" presStyleIdx="2" presStyleCnt="5" custScaleX="221918"/>
      <dgm:spPr/>
    </dgm:pt>
    <dgm:pt modelId="{A7E4B5A8-8873-415D-AEBD-8176C3DBB0FC}" type="pres">
      <dgm:prSet presAssocID="{9DB7EC10-EE39-4D47-B47F-B558FD4B9ACE}" presName="connectorText" presStyleLbl="sibTrans2D1" presStyleIdx="2" presStyleCnt="5"/>
      <dgm:spPr/>
    </dgm:pt>
    <dgm:pt modelId="{36B36891-ADEB-482C-898A-42DFDCB756D1}" type="pres">
      <dgm:prSet presAssocID="{5415C322-FCA0-4C17-A547-28FC6335BB6C}" presName="node" presStyleLbl="node1" presStyleIdx="3" presStyleCnt="5" custScaleX="279078" custScaleY="77833" custRadScaleRad="163951" custRadScaleInc="85631">
        <dgm:presLayoutVars>
          <dgm:bulletEnabled val="1"/>
        </dgm:presLayoutVars>
      </dgm:prSet>
      <dgm:spPr/>
    </dgm:pt>
    <dgm:pt modelId="{AB00E180-FCDF-4413-A3EB-030E75F7A020}" type="pres">
      <dgm:prSet presAssocID="{410DA344-733A-4ADB-A273-57171BE885D2}" presName="sibTrans" presStyleLbl="sibTrans2D1" presStyleIdx="3" presStyleCnt="5" custScaleX="181577" custScaleY="197948" custLinFactNeighborX="10003" custLinFactNeighborY="-5648"/>
      <dgm:spPr/>
    </dgm:pt>
    <dgm:pt modelId="{829628C7-941C-4754-A22E-39A3FA170CA8}" type="pres">
      <dgm:prSet presAssocID="{410DA344-733A-4ADB-A273-57171BE885D2}" presName="connectorText" presStyleLbl="sibTrans2D1" presStyleIdx="3" presStyleCnt="5"/>
      <dgm:spPr/>
    </dgm:pt>
    <dgm:pt modelId="{3771B6B9-758D-4591-9A47-6E8D06CDD08F}" type="pres">
      <dgm:prSet presAssocID="{5A9719C9-8C2A-4C94-ACE5-AB7ACD11E634}" presName="node" presStyleLbl="node1" presStyleIdx="4" presStyleCnt="5" custScaleX="198561" custScaleY="97067" custRadScaleRad="167299" custRadScaleInc="-30499">
        <dgm:presLayoutVars>
          <dgm:bulletEnabled val="1"/>
        </dgm:presLayoutVars>
      </dgm:prSet>
      <dgm:spPr/>
    </dgm:pt>
    <dgm:pt modelId="{7C5D0740-0956-4A46-AB80-5A75B121EA91}" type="pres">
      <dgm:prSet presAssocID="{1C92108C-E9B3-47CE-9B46-102CF9466DC8}" presName="sibTrans" presStyleLbl="sibTrans2D1" presStyleIdx="4" presStyleCnt="5" custScaleX="107306"/>
      <dgm:spPr/>
    </dgm:pt>
    <dgm:pt modelId="{DFA31DE0-299D-4356-AB6C-F9864750C07B}" type="pres">
      <dgm:prSet presAssocID="{1C92108C-E9B3-47CE-9B46-102CF9466DC8}" presName="connectorText" presStyleLbl="sibTrans2D1" presStyleIdx="4" presStyleCnt="5"/>
      <dgm:spPr/>
    </dgm:pt>
  </dgm:ptLst>
  <dgm:cxnLst>
    <dgm:cxn modelId="{7053A301-88D6-486F-9F82-BCBA8245B01C}" type="presOf" srcId="{410DA344-733A-4ADB-A273-57171BE885D2}" destId="{829628C7-941C-4754-A22E-39A3FA170CA8}" srcOrd="1" destOrd="0" presId="urn:microsoft.com/office/officeart/2005/8/layout/cycle2"/>
    <dgm:cxn modelId="{3E81001F-866F-46DA-A2B0-8F5060EEEA47}" type="presOf" srcId="{875105FF-33C1-44D8-B5B6-24655A4C258F}" destId="{8F2FDFA9-D997-47A2-896F-DFB10C3F32B7}" srcOrd="0" destOrd="0" presId="urn:microsoft.com/office/officeart/2005/8/layout/cycle2"/>
    <dgm:cxn modelId="{16A29135-5141-490E-BEBA-0390EDA8CAE7}" type="presOf" srcId="{410DA344-733A-4ADB-A273-57171BE885D2}" destId="{AB00E180-FCDF-4413-A3EB-030E75F7A020}" srcOrd="0" destOrd="0" presId="urn:microsoft.com/office/officeart/2005/8/layout/cycle2"/>
    <dgm:cxn modelId="{235F0962-E3BB-4618-8FBD-6FC5E8E3A67E}" type="presOf" srcId="{91E58CA4-D7BD-46B9-BF0D-9EFD27CADCEA}" destId="{41D19C3A-461B-4BB6-B021-CD6FE1DDFAFA}" srcOrd="1" destOrd="0" presId="urn:microsoft.com/office/officeart/2005/8/layout/cycle2"/>
    <dgm:cxn modelId="{ED10F46B-945E-4C4F-8B00-448B962E7FF3}" type="presOf" srcId="{782114F4-416B-4BA3-858E-AD0059518EFC}" destId="{1150B9B6-3D4E-4AB7-8623-C56A3CABE4F1}" srcOrd="0" destOrd="0" presId="urn:microsoft.com/office/officeart/2005/8/layout/cycle2"/>
    <dgm:cxn modelId="{EC403F56-64EA-4AB6-AD16-BED80ADE742D}" type="presOf" srcId="{91E58CA4-D7BD-46B9-BF0D-9EFD27CADCEA}" destId="{BEBA3F8F-ECBF-476A-BC9F-198E245099B2}" srcOrd="0" destOrd="0" presId="urn:microsoft.com/office/officeart/2005/8/layout/cycle2"/>
    <dgm:cxn modelId="{1A756977-B539-4F45-BF62-23311E11E0C4}" type="presOf" srcId="{5A9719C9-8C2A-4C94-ACE5-AB7ACD11E634}" destId="{3771B6B9-758D-4591-9A47-6E8D06CDD08F}" srcOrd="0" destOrd="0" presId="urn:microsoft.com/office/officeart/2005/8/layout/cycle2"/>
    <dgm:cxn modelId="{35937288-B178-4A7B-8A5E-178F3BC4CCD8}" srcId="{65A19213-6804-4AC3-A13F-7EA062EA45BC}" destId="{5A9719C9-8C2A-4C94-ACE5-AB7ACD11E634}" srcOrd="4" destOrd="0" parTransId="{A0D38E72-2377-4B69-9136-55006BA95A88}" sibTransId="{1C92108C-E9B3-47CE-9B46-102CF9466DC8}"/>
    <dgm:cxn modelId="{E3D16B89-B5B7-4608-B665-3A92AD8C2103}" type="presOf" srcId="{9DB7EC10-EE39-4D47-B47F-B558FD4B9ACE}" destId="{A7E4B5A8-8873-415D-AEBD-8176C3DBB0FC}" srcOrd="1" destOrd="0" presId="urn:microsoft.com/office/officeart/2005/8/layout/cycle2"/>
    <dgm:cxn modelId="{834D1199-472F-4DB2-A864-9131DEAB7669}" srcId="{65A19213-6804-4AC3-A13F-7EA062EA45BC}" destId="{5A56E160-165E-4939-997D-C847AFF36744}" srcOrd="1" destOrd="0" parTransId="{1A5D2CEA-19CE-4447-A9EB-39E5D2A43929}" sibTransId="{875105FF-33C1-44D8-B5B6-24655A4C258F}"/>
    <dgm:cxn modelId="{15B62F9D-85D5-4502-BB7A-C10D77EF4AB9}" type="presOf" srcId="{1C92108C-E9B3-47CE-9B46-102CF9466DC8}" destId="{7C5D0740-0956-4A46-AB80-5A75B121EA91}" srcOrd="0" destOrd="0" presId="urn:microsoft.com/office/officeart/2005/8/layout/cycle2"/>
    <dgm:cxn modelId="{68592AA2-01FE-47FE-A6C4-E9C6059D2E6E}" type="presOf" srcId="{65A19213-6804-4AC3-A13F-7EA062EA45BC}" destId="{6FA9255B-D1E5-44F9-86B5-83D23C665788}" srcOrd="0" destOrd="0" presId="urn:microsoft.com/office/officeart/2005/8/layout/cycle2"/>
    <dgm:cxn modelId="{4FD741A5-F2DE-4265-8CCF-11CC5F1B3B12}" srcId="{65A19213-6804-4AC3-A13F-7EA062EA45BC}" destId="{782114F4-416B-4BA3-858E-AD0059518EFC}" srcOrd="0" destOrd="0" parTransId="{A861630D-36D8-4C8D-BF99-F882142E7E78}" sibTransId="{91E58CA4-D7BD-46B9-BF0D-9EFD27CADCEA}"/>
    <dgm:cxn modelId="{46229AB4-BFEE-416D-BEA6-BEF0E2AB33A4}" type="presOf" srcId="{2061BC06-0FEB-4C5A-AEEE-F3A8524F6F30}" destId="{6E625C76-53C2-4A63-9328-B6B48B9BB3A2}" srcOrd="0" destOrd="0" presId="urn:microsoft.com/office/officeart/2005/8/layout/cycle2"/>
    <dgm:cxn modelId="{DFAAD3B7-97B7-414E-A9B3-24FFEBD8A9E9}" type="presOf" srcId="{5A56E160-165E-4939-997D-C847AFF36744}" destId="{F3D0568B-8C35-4F98-9E48-A8F0314E1BC1}" srcOrd="0" destOrd="0" presId="urn:microsoft.com/office/officeart/2005/8/layout/cycle2"/>
    <dgm:cxn modelId="{F02482B9-DCAA-4BD3-BB79-940268EB1050}" type="presOf" srcId="{9DB7EC10-EE39-4D47-B47F-B558FD4B9ACE}" destId="{65228C4C-778E-417C-8EC6-13FDDF6F7F4B}" srcOrd="0" destOrd="0" presId="urn:microsoft.com/office/officeart/2005/8/layout/cycle2"/>
    <dgm:cxn modelId="{D11AE9BF-406B-4AD5-8B49-1BF122061637}" type="presOf" srcId="{5415C322-FCA0-4C17-A547-28FC6335BB6C}" destId="{36B36891-ADEB-482C-898A-42DFDCB756D1}" srcOrd="0" destOrd="0" presId="urn:microsoft.com/office/officeart/2005/8/layout/cycle2"/>
    <dgm:cxn modelId="{4EE8B7CB-2CE7-4F6D-8C26-F8A7B1312483}" srcId="{65A19213-6804-4AC3-A13F-7EA062EA45BC}" destId="{5415C322-FCA0-4C17-A547-28FC6335BB6C}" srcOrd="3" destOrd="0" parTransId="{DE6CA96A-CD0F-4EB3-8E90-044A6866473A}" sibTransId="{410DA344-733A-4ADB-A273-57171BE885D2}"/>
    <dgm:cxn modelId="{FBE36DCC-76F9-41A9-AB12-FAB8CCF8A215}" type="presOf" srcId="{875105FF-33C1-44D8-B5B6-24655A4C258F}" destId="{A671A178-2AE0-407C-83F5-DCD3A60E432E}" srcOrd="1" destOrd="0" presId="urn:microsoft.com/office/officeart/2005/8/layout/cycle2"/>
    <dgm:cxn modelId="{56D056DD-ABF0-4610-B08F-2CD1234051B5}" type="presOf" srcId="{1C92108C-E9B3-47CE-9B46-102CF9466DC8}" destId="{DFA31DE0-299D-4356-AB6C-F9864750C07B}" srcOrd="1" destOrd="0" presId="urn:microsoft.com/office/officeart/2005/8/layout/cycle2"/>
    <dgm:cxn modelId="{9BDA42E1-BEBD-478F-8FB4-BD15166DDE20}" srcId="{65A19213-6804-4AC3-A13F-7EA062EA45BC}" destId="{2061BC06-0FEB-4C5A-AEEE-F3A8524F6F30}" srcOrd="2" destOrd="0" parTransId="{2DC4E0ED-0FCB-49BC-BF5A-62A649B6346B}" sibTransId="{9DB7EC10-EE39-4D47-B47F-B558FD4B9ACE}"/>
    <dgm:cxn modelId="{F4A1623E-5428-4AC3-9F08-57B1E5BD7C30}" type="presParOf" srcId="{6FA9255B-D1E5-44F9-86B5-83D23C665788}" destId="{1150B9B6-3D4E-4AB7-8623-C56A3CABE4F1}" srcOrd="0" destOrd="0" presId="urn:microsoft.com/office/officeart/2005/8/layout/cycle2"/>
    <dgm:cxn modelId="{7C44F77A-29EF-49D0-9417-F876F8E00164}" type="presParOf" srcId="{6FA9255B-D1E5-44F9-86B5-83D23C665788}" destId="{BEBA3F8F-ECBF-476A-BC9F-198E245099B2}" srcOrd="1" destOrd="0" presId="urn:microsoft.com/office/officeart/2005/8/layout/cycle2"/>
    <dgm:cxn modelId="{3DDE1A72-28D9-443E-BC28-69BD7DB6B669}" type="presParOf" srcId="{BEBA3F8F-ECBF-476A-BC9F-198E245099B2}" destId="{41D19C3A-461B-4BB6-B021-CD6FE1DDFAFA}" srcOrd="0" destOrd="0" presId="urn:microsoft.com/office/officeart/2005/8/layout/cycle2"/>
    <dgm:cxn modelId="{2CCE13A0-DCF0-4A70-9BD6-FCC31960C95D}" type="presParOf" srcId="{6FA9255B-D1E5-44F9-86B5-83D23C665788}" destId="{F3D0568B-8C35-4F98-9E48-A8F0314E1BC1}" srcOrd="2" destOrd="0" presId="urn:microsoft.com/office/officeart/2005/8/layout/cycle2"/>
    <dgm:cxn modelId="{11BB411C-74DE-4CDA-A6D8-FB8EDDEECA8E}" type="presParOf" srcId="{6FA9255B-D1E5-44F9-86B5-83D23C665788}" destId="{8F2FDFA9-D997-47A2-896F-DFB10C3F32B7}" srcOrd="3" destOrd="0" presId="urn:microsoft.com/office/officeart/2005/8/layout/cycle2"/>
    <dgm:cxn modelId="{F162B4E0-AFBE-4E1F-88F3-3C752DF23907}" type="presParOf" srcId="{8F2FDFA9-D997-47A2-896F-DFB10C3F32B7}" destId="{A671A178-2AE0-407C-83F5-DCD3A60E432E}" srcOrd="0" destOrd="0" presId="urn:microsoft.com/office/officeart/2005/8/layout/cycle2"/>
    <dgm:cxn modelId="{D1B61A76-E345-4F9C-B0A2-9E594FB50B7E}" type="presParOf" srcId="{6FA9255B-D1E5-44F9-86B5-83D23C665788}" destId="{6E625C76-53C2-4A63-9328-B6B48B9BB3A2}" srcOrd="4" destOrd="0" presId="urn:microsoft.com/office/officeart/2005/8/layout/cycle2"/>
    <dgm:cxn modelId="{A50DC6A8-014D-4151-98EF-25EA8CC56315}" type="presParOf" srcId="{6FA9255B-D1E5-44F9-86B5-83D23C665788}" destId="{65228C4C-778E-417C-8EC6-13FDDF6F7F4B}" srcOrd="5" destOrd="0" presId="urn:microsoft.com/office/officeart/2005/8/layout/cycle2"/>
    <dgm:cxn modelId="{69C8D1B1-302B-477C-BBDE-627A992CADF7}" type="presParOf" srcId="{65228C4C-778E-417C-8EC6-13FDDF6F7F4B}" destId="{A7E4B5A8-8873-415D-AEBD-8176C3DBB0FC}" srcOrd="0" destOrd="0" presId="urn:microsoft.com/office/officeart/2005/8/layout/cycle2"/>
    <dgm:cxn modelId="{C2357D59-6779-42D9-9962-9C05B74B7EA9}" type="presParOf" srcId="{6FA9255B-D1E5-44F9-86B5-83D23C665788}" destId="{36B36891-ADEB-482C-898A-42DFDCB756D1}" srcOrd="6" destOrd="0" presId="urn:microsoft.com/office/officeart/2005/8/layout/cycle2"/>
    <dgm:cxn modelId="{A5E81BB6-3191-4543-B560-1D76B74C6AEB}" type="presParOf" srcId="{6FA9255B-D1E5-44F9-86B5-83D23C665788}" destId="{AB00E180-FCDF-4413-A3EB-030E75F7A020}" srcOrd="7" destOrd="0" presId="urn:microsoft.com/office/officeart/2005/8/layout/cycle2"/>
    <dgm:cxn modelId="{5FF6B998-39C7-47E9-923B-37C6EA90ADB5}" type="presParOf" srcId="{AB00E180-FCDF-4413-A3EB-030E75F7A020}" destId="{829628C7-941C-4754-A22E-39A3FA170CA8}" srcOrd="0" destOrd="0" presId="urn:microsoft.com/office/officeart/2005/8/layout/cycle2"/>
    <dgm:cxn modelId="{483B81EC-2FF5-4F5C-B2FD-CA929154BF4D}" type="presParOf" srcId="{6FA9255B-D1E5-44F9-86B5-83D23C665788}" destId="{3771B6B9-758D-4591-9A47-6E8D06CDD08F}" srcOrd="8" destOrd="0" presId="urn:microsoft.com/office/officeart/2005/8/layout/cycle2"/>
    <dgm:cxn modelId="{51262DB1-DAED-463E-B52E-CDE4A0BC785F}" type="presParOf" srcId="{6FA9255B-D1E5-44F9-86B5-83D23C665788}" destId="{7C5D0740-0956-4A46-AB80-5A75B121EA91}" srcOrd="9" destOrd="0" presId="urn:microsoft.com/office/officeart/2005/8/layout/cycle2"/>
    <dgm:cxn modelId="{53F3A3BB-473D-4375-9090-B38F57F19B1D}" type="presParOf" srcId="{7C5D0740-0956-4A46-AB80-5A75B121EA91}" destId="{DFA31DE0-299D-4356-AB6C-F9864750C07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94BD55-DBD5-48B0-9866-F15CA75E026F}">
      <dsp:nvSpPr>
        <dsp:cNvPr id="0" name=""/>
        <dsp:cNvSpPr/>
      </dsp:nvSpPr>
      <dsp:spPr>
        <a:xfrm>
          <a:off x="4241017" y="1190618"/>
          <a:ext cx="2328808" cy="2266319"/>
        </a:xfrm>
        <a:prstGeom prst="ellipse">
          <a:avLst/>
        </a:prstGeom>
        <a:solidFill>
          <a:srgbClr val="FF0000">
            <a:alpha val="50000"/>
          </a:srgb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Misrepresentation of Data Methods </a:t>
          </a:r>
        </a:p>
      </dsp:txBody>
      <dsp:txXfrm>
        <a:off x="4582063" y="1522513"/>
        <a:ext cx="1646716" cy="1602529"/>
      </dsp:txXfrm>
    </dsp:sp>
    <dsp:sp modelId="{1B2CF57C-05FD-40D0-8320-4A9D55636D01}">
      <dsp:nvSpPr>
        <dsp:cNvPr id="0" name=""/>
        <dsp:cNvSpPr/>
      </dsp:nvSpPr>
      <dsp:spPr>
        <a:xfrm>
          <a:off x="3986140" y="0"/>
          <a:ext cx="2714597" cy="1288970"/>
        </a:xfrm>
        <a:prstGeom prst="ellipse">
          <a:avLst/>
        </a:prstGeom>
        <a:solidFill>
          <a:srgbClr val="00B050">
            <a:alpha val="50000"/>
          </a:srgb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Falsification </a:t>
          </a:r>
        </a:p>
      </dsp:txBody>
      <dsp:txXfrm>
        <a:off x="4383684" y="188765"/>
        <a:ext cx="1919509" cy="911440"/>
      </dsp:txXfrm>
    </dsp:sp>
    <dsp:sp modelId="{CE75E3CC-3186-45D9-B497-5DC1520751EC}">
      <dsp:nvSpPr>
        <dsp:cNvPr id="0" name=""/>
        <dsp:cNvSpPr/>
      </dsp:nvSpPr>
      <dsp:spPr>
        <a:xfrm>
          <a:off x="6569822" y="1618900"/>
          <a:ext cx="3866525" cy="1288970"/>
        </a:xfrm>
        <a:prstGeom prst="ellipse">
          <a:avLst/>
        </a:prstGeom>
        <a:solidFill>
          <a:srgbClr val="FFC000">
            <a:alpha val="50000"/>
          </a:srgb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Spin </a:t>
          </a:r>
        </a:p>
      </dsp:txBody>
      <dsp:txXfrm>
        <a:off x="7136061" y="1807665"/>
        <a:ext cx="2734047" cy="911440"/>
      </dsp:txXfrm>
    </dsp:sp>
    <dsp:sp modelId="{FE698CE1-35BA-49A2-A817-764125726589}">
      <dsp:nvSpPr>
        <dsp:cNvPr id="0" name=""/>
        <dsp:cNvSpPr/>
      </dsp:nvSpPr>
      <dsp:spPr>
        <a:xfrm>
          <a:off x="3745402" y="3332002"/>
          <a:ext cx="3320040" cy="128897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Data Dredging</a:t>
          </a:r>
        </a:p>
      </dsp:txBody>
      <dsp:txXfrm>
        <a:off x="4231611" y="3520767"/>
        <a:ext cx="2347622" cy="911440"/>
      </dsp:txXfrm>
    </dsp:sp>
    <dsp:sp modelId="{B8BD8787-5F02-4F48-B3B0-16C8DE2CB989}">
      <dsp:nvSpPr>
        <dsp:cNvPr id="0" name=""/>
        <dsp:cNvSpPr/>
      </dsp:nvSpPr>
      <dsp:spPr>
        <a:xfrm>
          <a:off x="742427" y="1618882"/>
          <a:ext cx="3428313" cy="1288970"/>
        </a:xfrm>
        <a:prstGeom prst="ellipse">
          <a:avLst/>
        </a:prstGeom>
        <a:solidFill>
          <a:srgbClr val="002060">
            <a:alpha val="50000"/>
          </a:srgb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Misinterpreting Findings</a:t>
          </a:r>
        </a:p>
      </dsp:txBody>
      <dsp:txXfrm>
        <a:off x="1244492" y="1807647"/>
        <a:ext cx="2424183" cy="911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0B9B6-3D4E-4AB7-8623-C56A3CABE4F1}">
      <dsp:nvSpPr>
        <dsp:cNvPr id="0" name=""/>
        <dsp:cNvSpPr/>
      </dsp:nvSpPr>
      <dsp:spPr>
        <a:xfrm>
          <a:off x="3953236" y="28828"/>
          <a:ext cx="2538482" cy="1483720"/>
        </a:xfrm>
        <a:prstGeom prst="ellipse">
          <a:avLst/>
        </a:prstGeom>
        <a:solidFill>
          <a:srgbClr val="FFC00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i="0" kern="1200" dirty="0"/>
            <a:t>Publication </a:t>
          </a:r>
          <a:r>
            <a:rPr lang="en-IN" sz="2400" b="1" i="0" kern="1200" dirty="0">
              <a:solidFill>
                <a:srgbClr val="FFFF00"/>
              </a:solidFill>
            </a:rPr>
            <a:t>bias</a:t>
          </a:r>
          <a:endParaRPr lang="en-IN" sz="2400" kern="1200" dirty="0">
            <a:solidFill>
              <a:srgbClr val="FFFF00"/>
            </a:solidFill>
          </a:endParaRPr>
        </a:p>
      </dsp:txBody>
      <dsp:txXfrm>
        <a:off x="4324988" y="246114"/>
        <a:ext cx="1794978" cy="1049148"/>
      </dsp:txXfrm>
    </dsp:sp>
    <dsp:sp modelId="{BEBA3F8F-ECBF-476A-BC9F-198E245099B2}">
      <dsp:nvSpPr>
        <dsp:cNvPr id="0" name=""/>
        <dsp:cNvSpPr/>
      </dsp:nvSpPr>
      <dsp:spPr>
        <a:xfrm rot="1519683">
          <a:off x="6092907" y="1153362"/>
          <a:ext cx="934210" cy="5007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6100127" y="1221380"/>
        <a:ext cx="783984" cy="300453"/>
      </dsp:txXfrm>
    </dsp:sp>
    <dsp:sp modelId="{F3D0568B-8C35-4F98-9E48-A8F0314E1BC1}">
      <dsp:nvSpPr>
        <dsp:cNvPr id="0" name=""/>
        <dsp:cNvSpPr/>
      </dsp:nvSpPr>
      <dsp:spPr>
        <a:xfrm>
          <a:off x="5959933" y="1489436"/>
          <a:ext cx="4115409" cy="1208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Time lag Bias</a:t>
          </a:r>
        </a:p>
      </dsp:txBody>
      <dsp:txXfrm>
        <a:off x="6562621" y="1666400"/>
        <a:ext cx="2910033" cy="854458"/>
      </dsp:txXfrm>
    </dsp:sp>
    <dsp:sp modelId="{8F2FDFA9-D997-47A2-896F-DFB10C3F32B7}">
      <dsp:nvSpPr>
        <dsp:cNvPr id="0" name=""/>
        <dsp:cNvSpPr/>
      </dsp:nvSpPr>
      <dsp:spPr>
        <a:xfrm rot="7699804">
          <a:off x="6903427" y="2785566"/>
          <a:ext cx="738425" cy="5007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7025124" y="2826795"/>
        <a:ext cx="588199" cy="300453"/>
      </dsp:txXfrm>
    </dsp:sp>
    <dsp:sp modelId="{6E625C76-53C2-4A63-9328-B6B48B9BB3A2}">
      <dsp:nvSpPr>
        <dsp:cNvPr id="0" name=""/>
        <dsp:cNvSpPr/>
      </dsp:nvSpPr>
      <dsp:spPr>
        <a:xfrm>
          <a:off x="5164890" y="3359179"/>
          <a:ext cx="2618306" cy="1373746"/>
        </a:xfrm>
        <a:prstGeom prst="ellipse">
          <a:avLst/>
        </a:prstGeom>
        <a:solidFill>
          <a:srgbClr val="92D05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i="0" kern="1200" dirty="0"/>
            <a:t>Outcome reporting bias</a:t>
          </a:r>
          <a:endParaRPr lang="en-IN" sz="2400" kern="1200" dirty="0"/>
        </a:p>
      </dsp:txBody>
      <dsp:txXfrm>
        <a:off x="5548332" y="3560359"/>
        <a:ext cx="1851422" cy="971386"/>
      </dsp:txXfrm>
    </dsp:sp>
    <dsp:sp modelId="{65228C4C-778E-417C-8EC6-13FDDF6F7F4B}">
      <dsp:nvSpPr>
        <dsp:cNvPr id="0" name=""/>
        <dsp:cNvSpPr/>
      </dsp:nvSpPr>
      <dsp:spPr>
        <a:xfrm rot="10934439">
          <a:off x="4364042" y="3730373"/>
          <a:ext cx="882056" cy="5007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4514211" y="3833461"/>
        <a:ext cx="731830" cy="300453"/>
      </dsp:txXfrm>
    </dsp:sp>
    <dsp:sp modelId="{36B36891-ADEB-482C-898A-42DFDCB756D1}">
      <dsp:nvSpPr>
        <dsp:cNvPr id="0" name=""/>
        <dsp:cNvSpPr/>
      </dsp:nvSpPr>
      <dsp:spPr>
        <a:xfrm>
          <a:off x="298488" y="3308018"/>
          <a:ext cx="4140736" cy="1154823"/>
        </a:xfrm>
        <a:prstGeom prst="ellipse">
          <a:avLst/>
        </a:prstGeom>
        <a:solidFill>
          <a:srgbClr val="0070C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Language Bias </a:t>
          </a:r>
        </a:p>
      </dsp:txBody>
      <dsp:txXfrm>
        <a:off x="904885" y="3477138"/>
        <a:ext cx="2927942" cy="816583"/>
      </dsp:txXfrm>
    </dsp:sp>
    <dsp:sp modelId="{AB00E180-FCDF-4413-A3EB-030E75F7A020}">
      <dsp:nvSpPr>
        <dsp:cNvPr id="0" name=""/>
        <dsp:cNvSpPr/>
      </dsp:nvSpPr>
      <dsp:spPr>
        <a:xfrm rot="15586681">
          <a:off x="2100484" y="2632270"/>
          <a:ext cx="307631" cy="9912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10800000">
        <a:off x="2154817" y="2875929"/>
        <a:ext cx="215342" cy="594741"/>
      </dsp:txXfrm>
    </dsp:sp>
    <dsp:sp modelId="{3771B6B9-758D-4591-9A47-6E8D06CDD08F}">
      <dsp:nvSpPr>
        <dsp:cNvPr id="0" name=""/>
        <dsp:cNvSpPr/>
      </dsp:nvSpPr>
      <dsp:spPr>
        <a:xfrm>
          <a:off x="605742" y="1556735"/>
          <a:ext cx="2946089" cy="1440202"/>
        </a:xfrm>
        <a:prstGeom prst="ellipse">
          <a:avLst/>
        </a:prstGeom>
        <a:solidFill>
          <a:srgbClr val="FF000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Citation bias</a:t>
          </a:r>
        </a:p>
      </dsp:txBody>
      <dsp:txXfrm>
        <a:off x="1037187" y="1767648"/>
        <a:ext cx="2083199" cy="1018376"/>
      </dsp:txXfrm>
    </dsp:sp>
    <dsp:sp modelId="{7C5D0740-0956-4A46-AB80-5A75B121EA91}">
      <dsp:nvSpPr>
        <dsp:cNvPr id="0" name=""/>
        <dsp:cNvSpPr/>
      </dsp:nvSpPr>
      <dsp:spPr>
        <a:xfrm rot="20064049">
          <a:off x="3319186" y="1264491"/>
          <a:ext cx="700018" cy="5007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3326559" y="1397096"/>
        <a:ext cx="549792" cy="300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FEE47-5421-4062-873A-497A978F3FE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9DF6D-0F02-4EA1-8BFF-B773C6D37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58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data+dredging&amp;rlz=1C1CHZN_enIN1028IN1028&amp;oq=Common+Forms+of+Selective+Reporting+and+Misrepresentation%3A&amp;gs_lcrp=EgZjaHJvbWUyBggAEEUYOdIBCTIwOTBqMGoxNagCCLACAQ&amp;sourceid=chrome&amp;ie=UTF-8&amp;mstk=AUtExfDyYQD20njneU3dyf9-TrqYg2FMe2WojcL1L_1BEAU883TiaN0raRT21zwZMCQCht_TqOoZoKgruQCEeJ26w4C4Ap0xdrd2EkM9YILqzvQ-X_GhaLlm5wo-2886tXkUxD4aLXKlT2EDaj41gyHtCKcLIzunJMkZYDuk0EoF-rNsrJ4&amp;csui=3&amp;ved=2ahUKEwiLg6SAqM6QAxU4HDQIHdZCI5EQgK4QegQIARAC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t/thank-you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iversityinnovation.org/wiki/School:KKR_and_KSR_Institute_of_Technology_and_Sciences" TargetMode="External"/><Relationship Id="rId5" Type="http://schemas.openxmlformats.org/officeDocument/2006/relationships/image" Target="../media/image3.jpg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BCB4-325A-33BD-E930-D1E3497B7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707011"/>
            <a:ext cx="8090829" cy="1282046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SRM Institute of Science and  Technology </a:t>
            </a:r>
            <a:br>
              <a:rPr lang="en-US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Kattankulathur</a:t>
            </a:r>
            <a:r>
              <a:rPr lang="en-US" sz="2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Chennai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73C86-ABE2-D9DB-6729-6F0933B12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1915419"/>
            <a:ext cx="10993546" cy="6138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70099-7F3B-CD44-53E5-9FCE8ED98B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68" b="20480"/>
          <a:stretch/>
        </p:blipFill>
        <p:spPr>
          <a:xfrm>
            <a:off x="8562170" y="564119"/>
            <a:ext cx="3364907" cy="9126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4B61F3-585C-CA45-B52E-7E7B7EF38FD3}"/>
              </a:ext>
            </a:extLst>
          </p:cNvPr>
          <p:cNvSpPr txBox="1"/>
          <p:nvPr/>
        </p:nvSpPr>
        <p:spPr>
          <a:xfrm>
            <a:off x="857121" y="3352675"/>
            <a:ext cx="9741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Selective Reporting and Misrepresentation of Data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B0261-ED90-C7A6-755A-4A3CE31AC204}"/>
              </a:ext>
            </a:extLst>
          </p:cNvPr>
          <p:cNvSpPr txBox="1"/>
          <p:nvPr/>
        </p:nvSpPr>
        <p:spPr>
          <a:xfrm>
            <a:off x="6853287" y="4703975"/>
            <a:ext cx="4721453" cy="1589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Scholar</a:t>
            </a:r>
          </a:p>
          <a:p>
            <a:pPr algn="ctr"/>
            <a:r>
              <a:rPr lang="en-IN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J.Karthigayani</a:t>
            </a:r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(RA2513005011004)</a:t>
            </a:r>
          </a:p>
          <a:p>
            <a:pPr algn="ctr"/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EEE,SRM University </a:t>
            </a: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C02C1-B323-C63D-2E5C-3E97853F3394}"/>
              </a:ext>
            </a:extLst>
          </p:cNvPr>
          <p:cNvSpPr txBox="1"/>
          <p:nvPr/>
        </p:nvSpPr>
        <p:spPr>
          <a:xfrm>
            <a:off x="3187337" y="4119200"/>
            <a:ext cx="4955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Research Methodology </a:t>
            </a:r>
          </a:p>
        </p:txBody>
      </p:sp>
    </p:spTree>
    <p:extLst>
      <p:ext uri="{BB962C8B-B14F-4D97-AF65-F5344CB8AC3E}">
        <p14:creationId xmlns:p14="http://schemas.microsoft.com/office/powerpoint/2010/main" val="171274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185" y="827314"/>
            <a:ext cx="10993549" cy="73753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Reporting and Misrepresentation of Data</a:t>
            </a:r>
            <a:r>
              <a:rPr lang="en-US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370" y="1839966"/>
            <a:ext cx="11146239" cy="473065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 :</a:t>
            </a:r>
          </a:p>
          <a:p>
            <a:r>
              <a:rPr lang="en-US" sz="24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research methodology, reporting refers to the process of presenting and communicating the results, methods, and findings of a study in a clear, accurate, and systematic manner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reporting ensures that the research can be understood , evaluated, and replicated by others . </a:t>
            </a:r>
          </a:p>
          <a:p>
            <a:r>
              <a:rPr lang="en-US" sz="2400" b="1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SELECTIVE REPORTING </a:t>
            </a:r>
            <a:r>
              <a:rPr lang="en-US" sz="2000" b="1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4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selective reporting refers to the practice of </a:t>
            </a:r>
            <a:r>
              <a:rPr lang="en-US" sz="2400" b="1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intentionally or unintentionally presenting only certain results of a study while omitting others</a:t>
            </a:r>
            <a:r>
              <a:rPr lang="en-US" sz="24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usually those that are unfavorable, non-significant, or contradict the researcher’s expectations or hypotheses.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250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Reporting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E0756A-CFBD-B5D6-12C1-A1B3B06D5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54331"/>
            <a:ext cx="10766077" cy="36750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research methodology, selective reporting can occur at several stages, such as: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Ignoring or excluding data that does not fit the desired outcome.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Reporting only statistically significant results.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Submitting only studies with positive outcomes (“publication bias”).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Overemphasizing favorable findings while downplaying limitations</a:t>
            </a:r>
            <a:r>
              <a:rPr lang="en-US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0C90-2204-87F2-6B94-4389C0A0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0721546" cy="665090"/>
          </a:xfrm>
        </p:spPr>
        <p:txBody>
          <a:bodyPr/>
          <a:lstStyle/>
          <a:p>
            <a:r>
              <a:rPr lang="en-IN" b="1" dirty="0"/>
              <a:t>Selective reporting and Misrepresentation of Data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B24C6-527B-0CEB-EDD2-3550E33E7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454330"/>
            <a:ext cx="10561290" cy="4927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biased conclusions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misleads future research.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scientific evidence.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Wastes resources and may lead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policy or clinical decisions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Measures: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research reporting standards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CONSORT, PRISMA) for systematic review and meta-Analyses.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complete results publicly.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Encouraging journals to publish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or null results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71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6D22-D974-F8C1-7ACF-AA0961CC3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7"/>
            <a:ext cx="11029616" cy="63025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Misrepresentation of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05DD5-D3AB-5A9B-0F74-22CF8AE0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71749"/>
            <a:ext cx="11029615" cy="4963885"/>
          </a:xfrm>
        </p:spPr>
        <p:txBody>
          <a:bodyPr>
            <a:normAutofit fontScale="25000" lnSpcReduction="20000"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9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Misrepresentation of data refers to the </a:t>
            </a:r>
            <a:r>
              <a:rPr lang="en-US" sz="9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 of presenting false, misleading, or manipulated information</a:t>
            </a:r>
            <a:r>
              <a:rPr lang="en-US" sz="9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 research study. It occurs when researchers </a:t>
            </a:r>
            <a:r>
              <a:rPr lang="en-US" sz="9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alter, fabricate, or omit data</a:t>
            </a:r>
            <a:r>
              <a:rPr lang="en-US" sz="9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results appear more favorable or to support a particular hypothesis. This is considered a </a:t>
            </a:r>
            <a:r>
              <a:rPr lang="en-US" sz="9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serious ethical violation</a:t>
            </a:r>
            <a:r>
              <a:rPr lang="en-US" sz="9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research.</a:t>
            </a:r>
          </a:p>
          <a:p>
            <a:endParaRPr lang="en-US" sz="9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 of Misrepresentation:</a:t>
            </a:r>
            <a:endParaRPr lang="en-US" sz="9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Fabrication:</a:t>
            </a:r>
            <a:r>
              <a:rPr lang="en-US" sz="9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up data or results that never occurred.</a:t>
            </a:r>
          </a:p>
          <a:p>
            <a:r>
              <a:rPr lang="en-US" sz="9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Falsification</a:t>
            </a: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Manipulating or changing data to achieve desired outcomes.</a:t>
            </a:r>
          </a:p>
          <a:p>
            <a:r>
              <a:rPr lang="en-US" sz="9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Selective Omission</a:t>
            </a: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Leaving out data that contradicts the hypothesis.</a:t>
            </a:r>
          </a:p>
          <a:p>
            <a:r>
              <a:rPr lang="en-US" sz="9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Misleading Presentation</a:t>
            </a: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graphs, tables, or wording to distort the real meaning of results.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03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79E6-B58F-8C82-4111-EF8C4F28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7"/>
            <a:ext cx="11029616" cy="561036"/>
          </a:xfrm>
        </p:spPr>
        <p:txBody>
          <a:bodyPr/>
          <a:lstStyle/>
          <a:p>
            <a:r>
              <a:rPr lang="en-IN" b="1" dirty="0"/>
              <a:t>                                  Misrepresentation of Data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CEE174-E7FB-10E7-D9D7-5901194F0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586230"/>
              </p:ext>
            </p:extLst>
          </p:nvPr>
        </p:nvGraphicFramePr>
        <p:xfrm>
          <a:off x="580858" y="1423448"/>
          <a:ext cx="11029950" cy="4647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817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2B135-2C66-1A8D-9E9B-CCEB05DA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6509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Misrepresentation of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D5BF0-F065-BEA8-9208-5B4161528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63192"/>
            <a:ext cx="10966375" cy="51811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forms of selective reporting and misrepresentation include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bias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only positive results are published;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reporting bias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researchers omit unfavorable outcomes or change primary outcomes after seeing the results; and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data dredging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involves repeatedly analyzing data until a statistically significant result is found.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lag bias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Studies with unwanted or nonsignificant results take longer to publish than those with newsworthy or positive findings.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bias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Studies not published in a particular language are ignored.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bias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Analysis is based only on studies found in the citations of other studies. 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conclusions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Misrepresentation can lead to the publication of false or misleading conclusions that may influence future research, policy decisions, or clinical guidelines.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229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AF6060-77DD-B653-F4D6-E7B2F1CF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79889"/>
          </a:xfrm>
        </p:spPr>
        <p:txBody>
          <a:bodyPr/>
          <a:lstStyle/>
          <a:p>
            <a:r>
              <a:rPr lang="en-IN" b="1" dirty="0"/>
              <a:t>                                           Manifestations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46CC097-2248-292E-4E11-3DC48ED7FD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462646"/>
              </p:ext>
            </p:extLst>
          </p:nvPr>
        </p:nvGraphicFramePr>
        <p:xfrm>
          <a:off x="581192" y="1451728"/>
          <a:ext cx="11029615" cy="4911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440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65D7-A61B-F722-36EC-53A5B0A8C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684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Misrepresentation of Data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0BA470-97BB-5C31-7C41-E69FEA3AA0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487" y="2205467"/>
            <a:ext cx="11158321" cy="3547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avoid these biases: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transparency in all stages of research, from experimental design to reporting.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 all relevant data, both positive and negative.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appropriate statistical methods and avoid data dredging.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Acknowledge the limitations of the study.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Seek independent review and verify sources.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Uphold honesty, objectivity, and integrity as core principles in research.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4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FC0E-0027-60A3-30A3-5B9990F9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14696"/>
            <a:ext cx="11029616" cy="776179"/>
          </a:xfrm>
        </p:spPr>
        <p:txBody>
          <a:bodyPr/>
          <a:lstStyle/>
          <a:p>
            <a:r>
              <a:rPr lang="en-US" b="1" dirty="0"/>
              <a:t>                  Selective Reporting and Misrepresentation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BD30B-B698-EC3E-A4D7-A623B9C6B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98766"/>
            <a:ext cx="11029615" cy="42410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Skewed Meta-analyses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Systematic reviews and meta-analyses rely on published data to synthesize findings across studies. Selective reporting or misrepresentation can distort these reviews, leading to incorrect scientific conclusions.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Wasted Resources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Misleading studies may cause researchers to follow unproductive lines of inquiry, wasting time, funding, and effort.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Violations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 fields like clinical research, selectively reporting or misrepresenting data can put human lives at risk by hiding critical information about drug efficacy or side effects.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475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5362-F3A6-FCE4-07E9-4C4404B4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7"/>
            <a:ext cx="10879288" cy="760884"/>
          </a:xfrm>
        </p:spPr>
        <p:txBody>
          <a:bodyPr/>
          <a:lstStyle/>
          <a:p>
            <a:r>
              <a:rPr lang="en-US" b="1" dirty="0"/>
              <a:t>         Selective Reporting and Misrepresentation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10E86-6D80-D6D0-D982-68F715B86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32709"/>
            <a:ext cx="11029615" cy="4442641"/>
          </a:xfrm>
        </p:spPr>
        <p:txBody>
          <a:bodyPr>
            <a:normAutofit/>
          </a:bodyPr>
          <a:lstStyle/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Pre-registration of Studies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Pre-registering studies and their hypotheses (especially in clinical trials) helps ensure transparency and reduces the likelihood of selective reporting. </a:t>
            </a:r>
          </a:p>
          <a:p>
            <a:pPr marL="0" indent="0">
              <a:buClrTx/>
              <a:buSzPts val="2400"/>
              <a:buNone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Rigorous Peer Review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Peer reviewers and journal editors should scrutinize methods and data presentation closely, asking for clarification when necessary.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Guidelines and Policies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Institutions and funding agencies should enforce strict guidelines against selective reporting and misrepresentation, with consequences for those who violate them.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446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325A-1C7B-D506-9B1D-8B92A76FD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30255"/>
          </a:xfrm>
        </p:spPr>
        <p:txBody>
          <a:bodyPr/>
          <a:lstStyle/>
          <a:p>
            <a:r>
              <a:rPr lang="en-IN" dirty="0"/>
              <a:t>                                             Thank you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F3C6E5-9DCD-C37B-C66A-5F7F204A5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3143" y="1968138"/>
            <a:ext cx="5101408" cy="40722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491333-AAF2-FCEF-9608-7D95DE8D3110}"/>
              </a:ext>
            </a:extLst>
          </p:cNvPr>
          <p:cNvSpPr txBox="1"/>
          <p:nvPr/>
        </p:nvSpPr>
        <p:spPr>
          <a:xfrm>
            <a:off x="581192" y="6040428"/>
            <a:ext cx="10957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picpedia.org/chalkboard/t/thank-you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3518D-A2B9-373F-4285-83A34F0761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799909" y="1968138"/>
            <a:ext cx="5693590" cy="407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2777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{730AE90A-2F58-428F-923B-66BFB41AB926}tf33552983_win32</Template>
  <TotalTime>992</TotalTime>
  <Words>808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  <vt:variant>
        <vt:lpstr>Custom Shows</vt:lpstr>
      </vt:variant>
      <vt:variant>
        <vt:i4>1</vt:i4>
      </vt:variant>
    </vt:vector>
  </HeadingPairs>
  <TitlesOfParts>
    <vt:vector size="21" baseType="lpstr">
      <vt:lpstr>Arial</vt:lpstr>
      <vt:lpstr>Calibri</vt:lpstr>
      <vt:lpstr>Franklin Gothic Book</vt:lpstr>
      <vt:lpstr>Franklin Gothic Demi</vt:lpstr>
      <vt:lpstr>Times New Roman</vt:lpstr>
      <vt:lpstr>Wingdings</vt:lpstr>
      <vt:lpstr>Wingdings 2</vt:lpstr>
      <vt:lpstr>DividendVTI</vt:lpstr>
      <vt:lpstr>SRM Institute of Science and  Technology  Kattankulathur, Chennai </vt:lpstr>
      <vt:lpstr>Selective Reporting and Misrepresentation of Data  </vt:lpstr>
      <vt:lpstr>Selective Reporting </vt:lpstr>
      <vt:lpstr>Selective reporting and Misrepresentation of Data  </vt:lpstr>
      <vt:lpstr>                           Misrepresentation of Data</vt:lpstr>
      <vt:lpstr>                                  Misrepresentation of Data</vt:lpstr>
      <vt:lpstr>                                 Misrepresentation of Data</vt:lpstr>
      <vt:lpstr>                                           Manifestations</vt:lpstr>
      <vt:lpstr>                               Misrepresentation of Data</vt:lpstr>
      <vt:lpstr>                  Selective Reporting and Misrepresentation</vt:lpstr>
      <vt:lpstr>         Selective Reporting and Misrepresentation</vt:lpstr>
      <vt:lpstr>                                             Thank you 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Karthigayani Raj</dc:creator>
  <cp:lastModifiedBy>Karthigayani Raj</cp:lastModifiedBy>
  <cp:revision>2</cp:revision>
  <dcterms:created xsi:type="dcterms:W3CDTF">2025-10-31T08:44:55Z</dcterms:created>
  <dcterms:modified xsi:type="dcterms:W3CDTF">2025-11-01T09:28:30Z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