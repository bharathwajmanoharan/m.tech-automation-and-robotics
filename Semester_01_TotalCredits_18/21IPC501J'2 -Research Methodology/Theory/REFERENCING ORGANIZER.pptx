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69" r:id="rId5"/>
    <p:sldId id="258" r:id="rId6"/>
    <p:sldId id="264" r:id="rId7"/>
    <p:sldId id="263" r:id="rId8"/>
    <p:sldId id="260" r:id="rId9"/>
    <p:sldId id="261" r:id="rId10"/>
    <p:sldId id="262" r:id="rId11"/>
    <p:sldId id="266" r:id="rId12"/>
    <p:sldId id="265" r:id="rId13"/>
    <p:sldId id="259" r:id="rId14"/>
    <p:sldId id="270" r:id="rId15"/>
    <p:sldId id="271" r:id="rId16"/>
    <p:sldId id="273" r:id="rId17"/>
    <p:sldId id="274" r:id="rId18"/>
    <p:sldId id="275" r:id="rId19"/>
    <p:sldId id="272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1" r:id="rId37"/>
    <p:sldId id="294" r:id="rId38"/>
    <p:sldId id="295" r:id="rId39"/>
    <p:sldId id="296" r:id="rId40"/>
    <p:sldId id="297" r:id="rId41"/>
    <p:sldId id="293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9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47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2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7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35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22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75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49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88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70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07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64A04-0BE7-4A65-864F-728EA11D98A3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26C49-2107-48B0-B78A-4DA90B815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65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FE7619-A830-4333-8F84-E26036B9C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REFERENCING ORGANIZER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78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FE7619-A830-4333-8F84-E26036B9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REFERENCING ORGANIZER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1912C5-E82E-42F8-9E11-59F201406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referencing organizer is a tool or method used to systematically manage and format references or citations in academic or professional documents. 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ensure accuracy, consistency, and compliance with specific citation styles.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Software-Based Organizers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Organizers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Referencing Tools</a:t>
            </a:r>
          </a:p>
          <a:p>
            <a:pPr algn="ctr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62200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FE7619-A830-4333-8F84-E26036B9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REFERENCING ORGANIZER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1912C5-E82E-42F8-9E11-59F201406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Software-Based Organizers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digital tools or applications designed to help users manage references, create citations, and format bibliographies.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EndNote , Zotero , Mendeley, RefWorks.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Organizers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involve using predefined systems or frameworks to manually track references.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Notebooks, Spreadsheets</a:t>
            </a:r>
          </a:p>
        </p:txBody>
      </p:sp>
    </p:spTree>
    <p:extLst>
      <p:ext uri="{BB962C8B-B14F-4D97-AF65-F5344CB8AC3E}">
        <p14:creationId xmlns:p14="http://schemas.microsoft.com/office/powerpoint/2010/main" val="25440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FE7619-A830-4333-8F84-E26036B9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REFERENCING ORGANIZER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1912C5-E82E-42F8-9E11-59F201406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Referencing Tools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platforms designed for creating and formatting citations.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BibTeX Used with LaTeX for formatting bibliographies in scientific documents.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Bib Provides citation generation in MLA, APA, and other styles.</a:t>
            </a:r>
          </a:p>
        </p:txBody>
      </p:sp>
    </p:spTree>
    <p:extLst>
      <p:ext uri="{BB962C8B-B14F-4D97-AF65-F5344CB8AC3E}">
        <p14:creationId xmlns:p14="http://schemas.microsoft.com/office/powerpoint/2010/main" val="720793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8F84-9E26-4382-8723-7721ED52F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6" y="203761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931252-878E-4858-8DE6-94A015E27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029" y="1366466"/>
            <a:ext cx="8014447" cy="51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0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8D10-67B7-4F3C-8CD8-D4A51775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36383F-E6B9-44B8-9502-2F4A3464F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425316"/>
            <a:ext cx="8243565" cy="252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02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A819-9FCE-434F-B6FA-BB8C8BB6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5895B2-4F66-406F-A6AB-EDE2276DE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784" y="1784584"/>
            <a:ext cx="7275016" cy="470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1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B4EF-2780-497D-B33F-19843429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AA8A-9EB4-40E0-A10E-D8FD516F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groups of references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group by going to Groups and then selecting Create Group.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folder will appear on the left. You can name it whatever you like.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references you want to add and drag them into the group you want to assign them to.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reference can be assigned to more than one group. You can remove references from a group without deleting them from your library.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Right-click on the reference and select Remove References from Group. If you wish to delete a reference entirely, instead select Move References to Trash.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46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B4EF-2780-497D-B33F-19843429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AA8A-9EB4-40E0-A10E-D8FD516F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Journal Term Lists 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EndNote, go to the Tools menu, click on Open Terms Lists, and click Journals Term List.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Lists tab at the top of the window that opens.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label “Import Lists”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to your Endnote Program files and open the TERMS folder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term list you want to import. Endnote will import the terms list and tell you how many terms have been added to your library. Click OK to continue.</a:t>
            </a:r>
          </a:p>
          <a:p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76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B4EF-2780-497D-B33F-19843429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AA8A-9EB4-40E0-A10E-D8FD516F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Deduplicating References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 to Library and then click Find Duplicates. You will see a side-by-side comparison of the duplicate references.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Keep to maintain a copy of one of the references, The other will automatically be moved to the trash. You also have the option to Skip which means both references will be kept.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 not want to compare each set of duplicate references, click Cancel. You will see then a list of all Duplicate References found, with the duplicate records highlighted. </a:t>
            </a: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delete these duplicates, right-click (or Control-click on Mac) and select Move References to Trash.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61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3401-773B-411A-8036-D11E2FE5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265C72-9548-4F6B-9F88-CA3ECEA29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" y="1690689"/>
            <a:ext cx="8108950" cy="500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4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1B2B-F658-4FEB-A67E-BF3B5FAD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CBBFAC-AA6A-46E1-9A86-286C33527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1787525"/>
            <a:ext cx="7588250" cy="496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5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C404-04F0-4078-B017-4E256824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ENDNOTE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3830F-AE4F-4894-955A-B88628927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501" y="1538289"/>
            <a:ext cx="8004849" cy="475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72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C404-04F0-4078-B017-4E256824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398"/>
            <a:ext cx="7886700" cy="69719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MENDELEY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E89F9D-3E34-4F8A-97A2-D304F4A45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590"/>
            <a:ext cx="9144000" cy="6076012"/>
          </a:xfrm>
        </p:spPr>
      </p:pic>
    </p:spTree>
    <p:extLst>
      <p:ext uri="{BB962C8B-B14F-4D97-AF65-F5344CB8AC3E}">
        <p14:creationId xmlns:p14="http://schemas.microsoft.com/office/powerpoint/2010/main" val="3124901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2A3AB7-6F0A-4739-9752-5CA2C607B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9529" cy="68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36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EC6143-C273-4DA9-97C4-675CBFBF7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022976" cy="679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22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278042-4DE7-4713-85C0-D4D31F5A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812"/>
            <a:ext cx="9098426" cy="632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02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9A4268-9AF9-4D3C-B5DA-615F9DA03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42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5AF72-D745-47BB-8825-F1827782C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69188" cy="672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5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76245-2DA3-42DB-B270-0D3A96E9E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6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82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330574-4B2A-4AF8-9548-C743ABD63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460"/>
            <a:ext cx="9144000" cy="488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34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DB35D9-9019-4637-95EA-D7DEF23FE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900"/>
            <a:ext cx="9144000" cy="48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76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EDC21-6141-47C6-ABF4-ED906BE73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682"/>
            <a:ext cx="9144000" cy="650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75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13BF1-EC0F-490C-83A6-93EDB8A4C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1083"/>
            <a:ext cx="9144000" cy="467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04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FC062-6551-46CC-83B8-135E9D6EA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12" y="0"/>
            <a:ext cx="7879976" cy="67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26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760A4-29AA-41FB-9406-AEBE4754E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69" y="0"/>
            <a:ext cx="7952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27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4D0AF-2CCE-4914-9B74-5F3D73C71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48" y="146376"/>
            <a:ext cx="7566103" cy="656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8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F5E7A-E2AC-47C3-B591-25432E956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77" y="43560"/>
            <a:ext cx="7710245" cy="677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90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A9BC26-9D2C-42DC-B957-67A413F24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68" y="4284"/>
            <a:ext cx="7983064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48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94389-B3EC-4AE0-8080-8A6D61D58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31" y="23337"/>
            <a:ext cx="7973538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47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05CCC-B830-4393-AABA-02461D07D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57" y="23337"/>
            <a:ext cx="7954485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19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0CA5A-FA2F-4793-BB96-F36F5DBA8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4" y="46337"/>
            <a:ext cx="7879791" cy="68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96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D4AE7-DA6D-459F-8187-6BA5E09A7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54" y="39672"/>
            <a:ext cx="7946091" cy="67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06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9E5D2-1E85-4BB7-8CD6-30E85A216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68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C5EA6-FD25-4F5B-B077-E0E5D815F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02" y="0"/>
            <a:ext cx="7655933" cy="663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10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61C46-CB44-40D0-9725-66B616AB0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69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D7843-633A-4F23-AB66-7163AD8D3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5836"/>
            <a:ext cx="9144000" cy="53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4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67298-E55F-43C4-8E1F-710D0615B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75" y="989479"/>
            <a:ext cx="8250014" cy="444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11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E55F8E-AA37-4B2C-A3CC-477956ED1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93" y="114116"/>
            <a:ext cx="7632613" cy="674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12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3449D-857E-4C64-9DD4-8BC3863D1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95" y="109257"/>
            <a:ext cx="8186823" cy="663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46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EFB0D-BA47-4B0B-B9A8-8DABC077E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063"/>
            <a:ext cx="9144000" cy="437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8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462</Words>
  <Application>Microsoft Office PowerPoint</Application>
  <PresentationFormat>On-screen Show (4:3)</PresentationFormat>
  <Paragraphs>48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Wingdings</vt:lpstr>
      <vt:lpstr>Office Theme</vt:lpstr>
      <vt:lpstr>REFERENCING ORGANIZER</vt:lpstr>
      <vt:lpstr>REFERENCING ORGANIZER</vt:lpstr>
      <vt:lpstr>REFERENCING ORGANIZER</vt:lpstr>
      <vt:lpstr>REFERENCING ORGANIZER</vt:lpstr>
      <vt:lpstr>ENDNOTE</vt:lpstr>
      <vt:lpstr>ENDNOTE</vt:lpstr>
      <vt:lpstr>ENDNOTE</vt:lpstr>
      <vt:lpstr>ENDNOTE</vt:lpstr>
      <vt:lpstr>ENDNOTE</vt:lpstr>
      <vt:lpstr>ENDNOTE</vt:lpstr>
      <vt:lpstr>ENDNOTE</vt:lpstr>
      <vt:lpstr>ENDNOTE</vt:lpstr>
      <vt:lpstr>ENDNOTE</vt:lpstr>
      <vt:lpstr> MENDELEY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REFERENCING ORGANIZER</dc:title>
  <dc:creator>Admin</dc:creator>
  <cp:lastModifiedBy>Admin</cp:lastModifiedBy>
  <cp:revision>21</cp:revision>
  <dcterms:created xsi:type="dcterms:W3CDTF">2024-12-12T08:35:03Z</dcterms:created>
  <dcterms:modified xsi:type="dcterms:W3CDTF">2024-12-13T06:02:17Z</dcterms:modified>
</cp:coreProperties>
</file>