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70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42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32A9D-DAFC-8223-3E74-929DDD846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6FC9725-E00F-1390-80CA-8F24A04FC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Factorial Design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644286-21D9-72C3-9EEA-B859581B492B}"/>
              </a:ext>
            </a:extLst>
          </p:cNvPr>
          <p:cNvSpPr txBox="1"/>
          <p:nvPr/>
        </p:nvSpPr>
        <p:spPr>
          <a:xfrm>
            <a:off x="413657" y="1503670"/>
            <a:ext cx="8425543" cy="4308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factorial design of experiments is a statistical method used to study the effects of multiple factors on a response simultaneously. It can be used to: 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significant factors</a:t>
            </a: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Factorial designs can help identify significant factors and interactions between them. 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Reduce the need for separate experiments</a:t>
            </a: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Factorial designs allow you to examine multiple factors within the same study, reducing the need for separate experiments for each variable. 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Obtain maximum information from a limited number of experiments</a:t>
            </a: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Factorial designs can be an efficient way to obtain maximum information from a limited number of experiments. </a:t>
            </a:r>
          </a:p>
        </p:txBody>
      </p:sp>
    </p:spTree>
    <p:extLst>
      <p:ext uri="{BB962C8B-B14F-4D97-AF65-F5344CB8AC3E}">
        <p14:creationId xmlns:p14="http://schemas.microsoft.com/office/powerpoint/2010/main" val="2825042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1D543-3128-ED32-714D-69DA75627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897238-B2FE-4BF5-AF43-1C1151754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Factorial Design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22BCDE-F28C-5E08-2DCC-3D5AA8571AFA}"/>
              </a:ext>
            </a:extLst>
          </p:cNvPr>
          <p:cNvSpPr txBox="1"/>
          <p:nvPr/>
        </p:nvSpPr>
        <p:spPr>
          <a:xfrm>
            <a:off x="174171" y="1307727"/>
            <a:ext cx="8512629" cy="463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two types of factorial designs: full factorial and fractional factorial: 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Full factorial</a:t>
            </a: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a full factorial design, all combinations of factors are investigated in each replicate of the experiment. This is the only way to completely and systematically study interactions between factors. 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Fractional factorial</a:t>
            </a: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fractional factorial design is a carefully chosen subset of the experimental runs of a full factorial design. This is useful when you can't afford a full replicate of the full factorial design. 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Factorial experiment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factorial design allows the effect of several factors and even interactions between them to be determined with the same number o...</a:t>
            </a:r>
          </a:p>
        </p:txBody>
      </p:sp>
    </p:spTree>
    <p:extLst>
      <p:ext uri="{BB962C8B-B14F-4D97-AF65-F5344CB8AC3E}">
        <p14:creationId xmlns:p14="http://schemas.microsoft.com/office/powerpoint/2010/main" val="1425882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36568-4248-5C77-F5BC-E4FC41293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factorial-design-2-638.jpg">
            <a:extLst>
              <a:ext uri="{FF2B5EF4-FFF2-40B4-BE49-F238E27FC236}">
                <a16:creationId xmlns:a16="http://schemas.microsoft.com/office/drawing/2014/main" id="{50FE8E9D-97AD-3AB1-2415-A9F218239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3" y="113428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410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factorial-design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factorial-design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factorial-design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factorial-design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factorial-design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factorial-design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factorial-design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factorial-design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factorial-design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214</Words>
  <Application>Microsoft Office PowerPoint</Application>
  <PresentationFormat>On-screen Show (4:3)</PresentationFormat>
  <Paragraphs>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Symbol</vt:lpstr>
      <vt:lpstr>Times New Roman</vt:lpstr>
      <vt:lpstr>Office Theme</vt:lpstr>
      <vt:lpstr>Factorial Design</vt:lpstr>
      <vt:lpstr>Factorial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Chellammal Nallaperumal</cp:lastModifiedBy>
  <cp:revision>4</cp:revision>
  <dcterms:created xsi:type="dcterms:W3CDTF">2013-01-27T09:14:16Z</dcterms:created>
  <dcterms:modified xsi:type="dcterms:W3CDTF">2024-11-22T05:52:14Z</dcterms:modified>
  <cp:category/>
</cp:coreProperties>
</file>