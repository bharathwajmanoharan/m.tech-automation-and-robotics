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7" r:id="rId2"/>
    <p:sldId id="370" r:id="rId3"/>
    <p:sldId id="371" r:id="rId4"/>
    <p:sldId id="372" r:id="rId5"/>
    <p:sldId id="373" r:id="rId6"/>
    <p:sldId id="374" r:id="rId7"/>
    <p:sldId id="375" r:id="rId8"/>
    <p:sldId id="377" r:id="rId9"/>
    <p:sldId id="378" r:id="rId10"/>
    <p:sldId id="379" r:id="rId11"/>
    <p:sldId id="380" r:id="rId12"/>
    <p:sldId id="376" r:id="rId13"/>
    <p:sldId id="386" r:id="rId14"/>
    <p:sldId id="383" r:id="rId15"/>
    <p:sldId id="384" r:id="rId16"/>
    <p:sldId id="3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216" y="-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82A0-60FA-4DE7-6F0A-F140CADE0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4A6C8-0E88-A99E-8503-7D689C7A6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F1960-DEC7-68B9-3990-FDFD6571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379ED-FE13-656E-4D85-AEA9B3B4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2B72-A328-D66D-F7A8-C22F8884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0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2FAC-B7B7-F9DA-01DF-7A4C0C52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7C19-941E-4BF7-2281-18ACC24AA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EA16-9291-6370-3708-35436779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A052-9C6B-B8A7-571A-362AF2DE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E79D-2CF3-0175-8E4E-ECDEEF60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5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C307-7AE5-D01B-418A-1E3654822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C5C57-997B-AB8F-7162-FC40FE16F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E6D0D-03A8-CCB9-2361-23CD3A8E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D75A5-7B22-678B-CF8F-DC3705AD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93C34-37A8-9E7D-28E9-34E7B3B8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7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6F39-ACF9-A5E5-3C8D-41A74672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83ABD-F5E4-D551-8F59-6BEAF07E7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56493-BE75-6581-4C53-1AECAD771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A607E-CC91-0D14-0A89-9F34E0E7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1AFB3-A5AF-45A9-B3C6-C792FC6F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BA6B5-6E9B-5ED1-71E5-5F3F928C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4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740C-F014-8E42-2F84-251EC003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4023-E374-146C-E019-D9DB1CFD9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36336-50D4-EE01-5253-961FC821A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89344-32B1-2C11-435A-D07ED3366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2F2A3-3607-8A49-F347-90B2F26CD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0DC70-DD9E-8B29-E481-BBFDB1D4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175CA-F274-B56A-8CBE-9E931329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12E21-7E33-A1FB-8B26-4C62F2F1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2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7303-868F-DA73-617F-07A16ECD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D940D-E814-45F4-0A67-01B7F048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D3EBA-D339-331E-87E0-C71802E5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B2487-AAB2-06D1-BA48-51342D55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34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90EF4-C6FE-82D4-CF39-8A05A744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D8605-8220-764D-0BDF-21F1E32E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15AE8-1383-A5A5-F3B0-EE523314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72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93B3-1312-0665-10B7-1C3616F8C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3E652-6198-BD00-D116-C1C0A2D6E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E352-FCBE-22EB-0DF7-3516210A5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73583-9E91-1197-7E0D-508C35C0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BE915-195D-499C-7129-D2A6ACBE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CEBC1-2C81-82C8-5A5D-B7B19BBD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4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C6E0-A5B8-390F-848B-FF467D3D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9C31C-E3F2-1CB6-AC7A-E01D7C00A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0ECBE-3D1F-EE67-6079-E5B309D2A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1325A-21A1-DA5A-0602-BD02A420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BF3EC-C2ED-C054-490C-A6F9814A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D5712-2162-DE8B-960E-3AF493E1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61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1F7D-3B4C-E8CF-57F0-52F7A90A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120D7-2A3A-5449-7220-A29E9E5B1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8AAD6-99F7-24E9-79BB-0A3CA1B2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89A68-C6A5-C088-EE17-6F689787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8C0B-F650-0C8E-692A-E5DFE525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44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65BEB-C3CE-DFFB-0A31-1BEE4B16F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A0839-A365-2A97-FC5B-F0A9167B2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E9EA9-B275-B729-C691-3015F6B6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3A9DE-6104-D12C-14CD-888E1599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8DF1-F4AA-CDDD-D691-9E0F74BE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30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192E0-DF1D-A495-ECF5-A993B943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0D42D-58BC-6AD7-299D-FA712D516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47D33-F084-4BF1-36A1-461B8AC81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FAE07-BA41-4D29-9347-F29C4B799F38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9A49-6805-338D-F016-C7058C036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6846-A33B-F8CD-A89A-DC5AC632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E9753-5920-4BD8-B797-9CEA9AF73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0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E5037-BCA9-FD80-B229-E1E097FF1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99" y="773078"/>
            <a:ext cx="10400358" cy="533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9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2FF81-BA46-E615-7D07-B2F901442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11" y="892668"/>
            <a:ext cx="9549736" cy="477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7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8B0E4C-CBCC-9ECD-895F-3D56B788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96" y="639835"/>
            <a:ext cx="8738391" cy="525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8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B228D-5E0A-0F73-EE62-070FBE03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75" y="352540"/>
            <a:ext cx="9914050" cy="587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3F54F-EAF8-A842-2BB5-4D74FB60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22" y="506775"/>
            <a:ext cx="11031756" cy="544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0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7C5AE-A845-EDA6-1D84-2F200071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96" y="220338"/>
            <a:ext cx="9842829" cy="614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56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EBADA-B5E0-EAE5-366B-C6CE33D3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25" y="429658"/>
            <a:ext cx="9723980" cy="57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2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CEF6E-4538-DAAD-760A-CA4BC0E6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61" y="660400"/>
            <a:ext cx="10321934" cy="49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2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58802-2BD0-3D16-DCD7-B54252A2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80" y="386080"/>
            <a:ext cx="9220671" cy="46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3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FC9321-FC0E-B52C-06B8-DD62D236D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80" y="487679"/>
            <a:ext cx="9116635" cy="527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39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E65C1-FB75-CCE9-E79B-BCB0987E3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284" y="812395"/>
            <a:ext cx="8802563" cy="49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74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D8B27-B709-252B-86CA-8EAF10BD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83" y="947451"/>
            <a:ext cx="9331286" cy="496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48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F11D9E-D243-841E-4530-BAB28B3E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86" y="1088571"/>
            <a:ext cx="9488210" cy="465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65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E5CBE-FEB3-46D0-BDD6-7105BD2E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59" y="1115785"/>
            <a:ext cx="10083927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0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0FC2B-B236-3A10-B860-15CF50D91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56" y="855557"/>
            <a:ext cx="10949817" cy="540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7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D759F-A86F-6A2E-3EFD-FAE42B64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010" y="1153886"/>
            <a:ext cx="10002675" cy="475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Vibha Kamaraj</dc:creator>
  <cp:lastModifiedBy>Vibha Kamaraj</cp:lastModifiedBy>
  <cp:revision>3</cp:revision>
  <dcterms:created xsi:type="dcterms:W3CDTF">2024-03-25T09:10:09Z</dcterms:created>
  <dcterms:modified xsi:type="dcterms:W3CDTF">2024-04-01T05:04:59Z</dcterms:modified>
</cp:coreProperties>
</file>