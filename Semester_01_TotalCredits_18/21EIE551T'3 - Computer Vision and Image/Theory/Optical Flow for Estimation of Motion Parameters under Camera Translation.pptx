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7922B-5EC3-45E7-B809-60874202D06C}" v="136" dt="2025-10-14T10:34:27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712AF1E0-38CE-403E-8C05-4A6DF01D01E8}"/>
    <pc:docChg chg="undo custSel addSld modSld">
      <pc:chgData name="Reni Nithya" userId="81dbbd6ae6b89009" providerId="LiveId" clId="{712AF1E0-38CE-403E-8C05-4A6DF01D01E8}" dt="2025-10-14T10:34:39.653" v="327" actId="20577"/>
      <pc:docMkLst>
        <pc:docMk/>
      </pc:docMkLst>
      <pc:sldChg chg="delSp modSp new mod">
        <pc:chgData name="Reni Nithya" userId="81dbbd6ae6b89009" providerId="LiveId" clId="{712AF1E0-38CE-403E-8C05-4A6DF01D01E8}" dt="2025-10-14T10:01:16.555" v="4" actId="1076"/>
        <pc:sldMkLst>
          <pc:docMk/>
          <pc:sldMk cId="467120352" sldId="256"/>
        </pc:sldMkLst>
        <pc:spChg chg="mod">
          <ac:chgData name="Reni Nithya" userId="81dbbd6ae6b89009" providerId="LiveId" clId="{712AF1E0-38CE-403E-8C05-4A6DF01D01E8}" dt="2025-10-14T10:01:16.555" v="4" actId="1076"/>
          <ac:spMkLst>
            <pc:docMk/>
            <pc:sldMk cId="467120352" sldId="256"/>
            <ac:spMk id="2" creationId="{3B0F3283-B8A5-30A4-DD7E-8B86E6C4A45D}"/>
          </ac:spMkLst>
        </pc:spChg>
        <pc:spChg chg="del">
          <ac:chgData name="Reni Nithya" userId="81dbbd6ae6b89009" providerId="LiveId" clId="{712AF1E0-38CE-403E-8C05-4A6DF01D01E8}" dt="2025-10-14T10:01:11.352" v="3" actId="478"/>
          <ac:spMkLst>
            <pc:docMk/>
            <pc:sldMk cId="467120352" sldId="256"/>
            <ac:spMk id="3" creationId="{C8802D6E-5167-7079-ED18-4F97C98B5F15}"/>
          </ac:spMkLst>
        </pc:spChg>
      </pc:sldChg>
      <pc:sldChg chg="modSp new mod">
        <pc:chgData name="Reni Nithya" userId="81dbbd6ae6b89009" providerId="LiveId" clId="{712AF1E0-38CE-403E-8C05-4A6DF01D01E8}" dt="2025-10-14T10:02:56.281" v="29" actId="20577"/>
        <pc:sldMkLst>
          <pc:docMk/>
          <pc:sldMk cId="4005509452" sldId="257"/>
        </pc:sldMkLst>
        <pc:spChg chg="mod">
          <ac:chgData name="Reni Nithya" userId="81dbbd6ae6b89009" providerId="LiveId" clId="{712AF1E0-38CE-403E-8C05-4A6DF01D01E8}" dt="2025-10-14T10:01:44.250" v="7" actId="20577"/>
          <ac:spMkLst>
            <pc:docMk/>
            <pc:sldMk cId="4005509452" sldId="257"/>
            <ac:spMk id="2" creationId="{9CBEE339-3834-35C4-45B6-4B2307BB705B}"/>
          </ac:spMkLst>
        </pc:spChg>
        <pc:spChg chg="mod">
          <ac:chgData name="Reni Nithya" userId="81dbbd6ae6b89009" providerId="LiveId" clId="{712AF1E0-38CE-403E-8C05-4A6DF01D01E8}" dt="2025-10-14T10:02:56.281" v="29" actId="20577"/>
          <ac:spMkLst>
            <pc:docMk/>
            <pc:sldMk cId="4005509452" sldId="257"/>
            <ac:spMk id="3" creationId="{3DA301EB-4E06-EA14-FC41-732E9132AD7E}"/>
          </ac:spMkLst>
        </pc:spChg>
      </pc:sldChg>
      <pc:sldChg chg="modSp new mod">
        <pc:chgData name="Reni Nithya" userId="81dbbd6ae6b89009" providerId="LiveId" clId="{712AF1E0-38CE-403E-8C05-4A6DF01D01E8}" dt="2025-10-14T10:09:55.090" v="118" actId="58"/>
        <pc:sldMkLst>
          <pc:docMk/>
          <pc:sldMk cId="341922721" sldId="258"/>
        </pc:sldMkLst>
        <pc:spChg chg="mod">
          <ac:chgData name="Reni Nithya" userId="81dbbd6ae6b89009" providerId="LiveId" clId="{712AF1E0-38CE-403E-8C05-4A6DF01D01E8}" dt="2025-10-14T10:04:04.684" v="31"/>
          <ac:spMkLst>
            <pc:docMk/>
            <pc:sldMk cId="341922721" sldId="258"/>
            <ac:spMk id="2" creationId="{A434CEFF-CE4F-B965-41D0-540CAAF576D9}"/>
          </ac:spMkLst>
        </pc:spChg>
        <pc:spChg chg="mod">
          <ac:chgData name="Reni Nithya" userId="81dbbd6ae6b89009" providerId="LiveId" clId="{712AF1E0-38CE-403E-8C05-4A6DF01D01E8}" dt="2025-10-14T10:09:55.090" v="118" actId="58"/>
          <ac:spMkLst>
            <pc:docMk/>
            <pc:sldMk cId="341922721" sldId="258"/>
            <ac:spMk id="3" creationId="{11E8B249-A08B-F178-68BF-511426112A3B}"/>
          </ac:spMkLst>
        </pc:spChg>
      </pc:sldChg>
      <pc:sldChg chg="addSp delSp modSp new mod">
        <pc:chgData name="Reni Nithya" userId="81dbbd6ae6b89009" providerId="LiveId" clId="{712AF1E0-38CE-403E-8C05-4A6DF01D01E8}" dt="2025-10-14T10:19:39.893" v="125" actId="478"/>
        <pc:sldMkLst>
          <pc:docMk/>
          <pc:sldMk cId="2816624045" sldId="259"/>
        </pc:sldMkLst>
        <pc:spChg chg="mod">
          <ac:chgData name="Reni Nithya" userId="81dbbd6ae6b89009" providerId="LiveId" clId="{712AF1E0-38CE-403E-8C05-4A6DF01D01E8}" dt="2025-10-14T10:18:07.309" v="120"/>
          <ac:spMkLst>
            <pc:docMk/>
            <pc:sldMk cId="2816624045" sldId="259"/>
            <ac:spMk id="2" creationId="{11FCDDB1-6ED3-270D-AF4C-3896CD7C24AF}"/>
          </ac:spMkLst>
        </pc:spChg>
        <pc:spChg chg="del">
          <ac:chgData name="Reni Nithya" userId="81dbbd6ae6b89009" providerId="LiveId" clId="{712AF1E0-38CE-403E-8C05-4A6DF01D01E8}" dt="2025-10-14T10:19:39.893" v="125" actId="478"/>
          <ac:spMkLst>
            <pc:docMk/>
            <pc:sldMk cId="2816624045" sldId="259"/>
            <ac:spMk id="3" creationId="{54945263-0EFB-9E53-1459-F442C7E9F12B}"/>
          </ac:spMkLst>
        </pc:spChg>
        <pc:picChg chg="add mod">
          <ac:chgData name="Reni Nithya" userId="81dbbd6ae6b89009" providerId="LiveId" clId="{712AF1E0-38CE-403E-8C05-4A6DF01D01E8}" dt="2025-10-14T10:19:34.247" v="124" actId="1076"/>
          <ac:picMkLst>
            <pc:docMk/>
            <pc:sldMk cId="2816624045" sldId="259"/>
            <ac:picMk id="5" creationId="{65554BCD-DCE2-5846-44B4-E15F6A6EE094}"/>
          </ac:picMkLst>
        </pc:picChg>
      </pc:sldChg>
      <pc:sldChg chg="modSp new mod">
        <pc:chgData name="Reni Nithya" userId="81dbbd6ae6b89009" providerId="LiveId" clId="{712AF1E0-38CE-403E-8C05-4A6DF01D01E8}" dt="2025-10-14T10:24:34.372" v="183" actId="20577"/>
        <pc:sldMkLst>
          <pc:docMk/>
          <pc:sldMk cId="3659640239" sldId="260"/>
        </pc:sldMkLst>
        <pc:spChg chg="mod">
          <ac:chgData name="Reni Nithya" userId="81dbbd6ae6b89009" providerId="LiveId" clId="{712AF1E0-38CE-403E-8C05-4A6DF01D01E8}" dt="2025-10-14T10:20:36.326" v="127"/>
          <ac:spMkLst>
            <pc:docMk/>
            <pc:sldMk cId="3659640239" sldId="260"/>
            <ac:spMk id="2" creationId="{BC959BF8-1855-5011-BE5F-7B513C9FB09F}"/>
          </ac:spMkLst>
        </pc:spChg>
        <pc:spChg chg="mod">
          <ac:chgData name="Reni Nithya" userId="81dbbd6ae6b89009" providerId="LiveId" clId="{712AF1E0-38CE-403E-8C05-4A6DF01D01E8}" dt="2025-10-14T10:24:34.372" v="183" actId="20577"/>
          <ac:spMkLst>
            <pc:docMk/>
            <pc:sldMk cId="3659640239" sldId="260"/>
            <ac:spMk id="3" creationId="{3E5E63E2-8061-8654-1EDD-3AC8E269C882}"/>
          </ac:spMkLst>
        </pc:spChg>
      </pc:sldChg>
      <pc:sldChg chg="modSp new mod">
        <pc:chgData name="Reni Nithya" userId="81dbbd6ae6b89009" providerId="LiveId" clId="{712AF1E0-38CE-403E-8C05-4A6DF01D01E8}" dt="2025-10-14T10:28:17.942" v="245" actId="20577"/>
        <pc:sldMkLst>
          <pc:docMk/>
          <pc:sldMk cId="3093202085" sldId="261"/>
        </pc:sldMkLst>
        <pc:spChg chg="mod">
          <ac:chgData name="Reni Nithya" userId="81dbbd6ae6b89009" providerId="LiveId" clId="{712AF1E0-38CE-403E-8C05-4A6DF01D01E8}" dt="2025-10-14T10:25:23.185" v="214" actId="20577"/>
          <ac:spMkLst>
            <pc:docMk/>
            <pc:sldMk cId="3093202085" sldId="261"/>
            <ac:spMk id="2" creationId="{7B104996-0D8A-4D10-5F44-F95AE9B5117D}"/>
          </ac:spMkLst>
        </pc:spChg>
        <pc:spChg chg="mod">
          <ac:chgData name="Reni Nithya" userId="81dbbd6ae6b89009" providerId="LiveId" clId="{712AF1E0-38CE-403E-8C05-4A6DF01D01E8}" dt="2025-10-14T10:28:17.942" v="245" actId="20577"/>
          <ac:spMkLst>
            <pc:docMk/>
            <pc:sldMk cId="3093202085" sldId="261"/>
            <ac:spMk id="3" creationId="{D7B1703F-12A0-AC53-E220-176597ECB45D}"/>
          </ac:spMkLst>
        </pc:spChg>
      </pc:sldChg>
      <pc:sldChg chg="modSp new mod">
        <pc:chgData name="Reni Nithya" userId="81dbbd6ae6b89009" providerId="LiveId" clId="{712AF1E0-38CE-403E-8C05-4A6DF01D01E8}" dt="2025-10-14T10:32:29.364" v="306" actId="27636"/>
        <pc:sldMkLst>
          <pc:docMk/>
          <pc:sldMk cId="534923368" sldId="262"/>
        </pc:sldMkLst>
        <pc:spChg chg="mod">
          <ac:chgData name="Reni Nithya" userId="81dbbd6ae6b89009" providerId="LiveId" clId="{712AF1E0-38CE-403E-8C05-4A6DF01D01E8}" dt="2025-10-14T10:28:45.915" v="247"/>
          <ac:spMkLst>
            <pc:docMk/>
            <pc:sldMk cId="534923368" sldId="262"/>
            <ac:spMk id="2" creationId="{951DF672-44F9-143E-AB01-9BD8E7446E02}"/>
          </ac:spMkLst>
        </pc:spChg>
        <pc:spChg chg="mod">
          <ac:chgData name="Reni Nithya" userId="81dbbd6ae6b89009" providerId="LiveId" clId="{712AF1E0-38CE-403E-8C05-4A6DF01D01E8}" dt="2025-10-14T10:32:29.364" v="306" actId="27636"/>
          <ac:spMkLst>
            <pc:docMk/>
            <pc:sldMk cId="534923368" sldId="262"/>
            <ac:spMk id="3" creationId="{2DBAAC0D-8934-CFB8-9B6F-BF6ECFD137A9}"/>
          </ac:spMkLst>
        </pc:spChg>
      </pc:sldChg>
      <pc:sldChg chg="addSp delSp modSp new mod">
        <pc:chgData name="Reni Nithya" userId="81dbbd6ae6b89009" providerId="LiveId" clId="{712AF1E0-38CE-403E-8C05-4A6DF01D01E8}" dt="2025-10-14T10:33:21.843" v="311" actId="1076"/>
        <pc:sldMkLst>
          <pc:docMk/>
          <pc:sldMk cId="743303851" sldId="263"/>
        </pc:sldMkLst>
        <pc:spChg chg="mod">
          <ac:chgData name="Reni Nithya" userId="81dbbd6ae6b89009" providerId="LiveId" clId="{712AF1E0-38CE-403E-8C05-4A6DF01D01E8}" dt="2025-10-14T10:32:51.550" v="308"/>
          <ac:spMkLst>
            <pc:docMk/>
            <pc:sldMk cId="743303851" sldId="263"/>
            <ac:spMk id="2" creationId="{11B37168-F863-853E-878E-B957BD0CE79A}"/>
          </ac:spMkLst>
        </pc:spChg>
        <pc:spChg chg="del">
          <ac:chgData name="Reni Nithya" userId="81dbbd6ae6b89009" providerId="LiveId" clId="{712AF1E0-38CE-403E-8C05-4A6DF01D01E8}" dt="2025-10-14T10:33:15.975" v="309" actId="478"/>
          <ac:spMkLst>
            <pc:docMk/>
            <pc:sldMk cId="743303851" sldId="263"/>
            <ac:spMk id="3" creationId="{75890849-B4E4-D573-F6BF-7B57C0F5628A}"/>
          </ac:spMkLst>
        </pc:spChg>
        <pc:picChg chg="add mod">
          <ac:chgData name="Reni Nithya" userId="81dbbd6ae6b89009" providerId="LiveId" clId="{712AF1E0-38CE-403E-8C05-4A6DF01D01E8}" dt="2025-10-14T10:33:21.843" v="311" actId="1076"/>
          <ac:picMkLst>
            <pc:docMk/>
            <pc:sldMk cId="743303851" sldId="263"/>
            <ac:picMk id="5" creationId="{882A9339-0372-378F-77CF-C64E6AC834BF}"/>
          </ac:picMkLst>
        </pc:picChg>
      </pc:sldChg>
      <pc:sldChg chg="modSp new mod">
        <pc:chgData name="Reni Nithya" userId="81dbbd6ae6b89009" providerId="LiveId" clId="{712AF1E0-38CE-403E-8C05-4A6DF01D01E8}" dt="2025-10-14T10:34:02.104" v="318" actId="123"/>
        <pc:sldMkLst>
          <pc:docMk/>
          <pc:sldMk cId="2506337457" sldId="264"/>
        </pc:sldMkLst>
        <pc:spChg chg="mod">
          <ac:chgData name="Reni Nithya" userId="81dbbd6ae6b89009" providerId="LiveId" clId="{712AF1E0-38CE-403E-8C05-4A6DF01D01E8}" dt="2025-10-14T10:33:36.984" v="313"/>
          <ac:spMkLst>
            <pc:docMk/>
            <pc:sldMk cId="2506337457" sldId="264"/>
            <ac:spMk id="2" creationId="{32D58DC6-6D2D-C8C0-6866-20E3B06BF6BC}"/>
          </ac:spMkLst>
        </pc:spChg>
        <pc:spChg chg="mod">
          <ac:chgData name="Reni Nithya" userId="81dbbd6ae6b89009" providerId="LiveId" clId="{712AF1E0-38CE-403E-8C05-4A6DF01D01E8}" dt="2025-10-14T10:34:02.104" v="318" actId="123"/>
          <ac:spMkLst>
            <pc:docMk/>
            <pc:sldMk cId="2506337457" sldId="264"/>
            <ac:spMk id="3" creationId="{9C643A9B-67CF-6FFB-C074-4553B59DCD85}"/>
          </ac:spMkLst>
        </pc:spChg>
      </pc:sldChg>
      <pc:sldChg chg="addSp delSp modSp new mod">
        <pc:chgData name="Reni Nithya" userId="81dbbd6ae6b89009" providerId="LiveId" clId="{712AF1E0-38CE-403E-8C05-4A6DF01D01E8}" dt="2025-10-14T10:34:39.653" v="327" actId="20577"/>
        <pc:sldMkLst>
          <pc:docMk/>
          <pc:sldMk cId="1214824958" sldId="265"/>
        </pc:sldMkLst>
        <pc:spChg chg="mod">
          <ac:chgData name="Reni Nithya" userId="81dbbd6ae6b89009" providerId="LiveId" clId="{712AF1E0-38CE-403E-8C05-4A6DF01D01E8}" dt="2025-10-14T10:34:12.388" v="320"/>
          <ac:spMkLst>
            <pc:docMk/>
            <pc:sldMk cId="1214824958" sldId="265"/>
            <ac:spMk id="2" creationId="{A07EC2A6-FA3D-CDFA-DB23-F2E290308F77}"/>
          </ac:spMkLst>
        </pc:spChg>
        <pc:spChg chg="add del mod">
          <ac:chgData name="Reni Nithya" userId="81dbbd6ae6b89009" providerId="LiveId" clId="{712AF1E0-38CE-403E-8C05-4A6DF01D01E8}" dt="2025-10-14T10:34:39.653" v="327" actId="20577"/>
          <ac:spMkLst>
            <pc:docMk/>
            <pc:sldMk cId="1214824958" sldId="265"/>
            <ac:spMk id="3" creationId="{5C2CB340-4AEA-59F8-725D-8568F37DEED0}"/>
          </ac:spMkLst>
        </pc:spChg>
        <pc:spChg chg="add mod">
          <ac:chgData name="Reni Nithya" userId="81dbbd6ae6b89009" providerId="LiveId" clId="{712AF1E0-38CE-403E-8C05-4A6DF01D01E8}" dt="2025-10-14T10:34:24.730" v="322"/>
          <ac:spMkLst>
            <pc:docMk/>
            <pc:sldMk cId="1214824958" sldId="265"/>
            <ac:spMk id="4" creationId="{03B8CEC0-D8CC-1994-3754-1544684822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2403-5F73-1009-F839-1E0A28E47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6BBBDF-8C52-DD55-9DE3-9D4D307D2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D83AE-2692-C250-EEF1-6B9330ED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D1581-F9D9-FBBB-0A02-BEA4340C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FA760-049F-4E3D-39F0-5E454C9D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59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8262-F21F-5961-2E7D-ED4882DA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171D1-5D33-905F-0792-0460C6E07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C00B2-2DA7-9808-B2D8-EA1DFEBC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C37C9-438A-7E0F-5767-ACDD41B5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B8051-EFD6-4599-3747-5DCCF017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033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34E21-8C03-150A-D196-9F8CF7476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21842-D4BD-9D00-F010-1C26D1A21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DD7C4-4244-D008-7FF6-0172C05B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6F7E0-753A-10BC-5778-D5B497A0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75053-9482-62CD-401A-F99BE9CC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50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9BA80-DAC6-14D8-0598-B9E8E4D4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8501A-B9CE-5486-026F-3045BA785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D22D03-D345-2CE3-A361-F0CDE98D2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AF29E-DAB2-C9C0-87CF-51C74768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C49BB-679B-25B7-26E6-26DBC1577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01299-10BE-0A64-9EE1-7E3E1F50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756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E4A3-86DF-A32E-9289-9112320D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55A93-9D48-1250-48AB-B516160F0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93C39-752C-2EE6-EA46-E00F75E92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F4F01-5D43-F2DD-C739-261CAA8FA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412F63-01F2-9415-E819-F9C4FD270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5E2516-3BDB-6360-10E6-0312C9DD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64906-180E-CBF8-245F-DAAFAB47F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C6846-7023-FA74-E23F-0E6994198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04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78FC-2482-44C8-335C-D7797A26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0AC5E-CFDF-9FCA-8690-BC98601A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4D7FB-8CB4-1E7F-BA5E-72072C06C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351DB7-FA21-F7A3-5A4B-3DCF25D5A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80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9983DD-FBA7-8C32-D90B-09E7094BF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026D3-E60F-2E91-D181-6F49D56FF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92CE5-D808-B985-8BB8-166AD6F7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000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5647-D746-6BF7-895B-FB73E2DE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ABF9D-EC16-A82A-5C10-2272FC105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41761-7143-9A84-1F5D-A8215AD78F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B0C0-3934-8565-D20E-09BC8B79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E60F1-1058-8BDE-F49F-382C9FF3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38077-47F4-A8E8-A053-7CFEF169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629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B154-E842-3716-E817-A692241F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29AA15-A0DD-1F53-BC6D-42A9055DD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A0DDC-F823-54A4-B7A0-D423F9396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CA3F5-1252-81D0-215C-94213F64F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4DF92-AF10-41C6-B81D-3A2180C2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67DFC-E4BB-ED72-8161-12D7CC72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255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FD1D-E27A-3A10-ACB2-0F71BDCF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DBB2-3FEA-D53C-FAB6-F9B44CE25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B11A8-953C-DFF2-AF31-CD7F8BAD6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08154-5A57-130D-9E71-7B12674A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F7BF-8A55-C688-346E-51FB4804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165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4F5EE-0555-1300-5D8D-88E293EAB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B55BF-27ED-2F40-487D-870463F03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68E74-0C3E-A09D-5BB8-DECAB628B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EC676-2BCE-1AC0-42B3-5F6B06651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E04DE-B1E1-B6A5-B854-D1A49110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27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AA79E0-0759-4234-9E2A-2CC1F21E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16937-C610-B64A-6EBF-28F4D75E8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D8CF-2574-1A3F-1769-C74C62494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12E4B6-93D5-4E16-9224-30450D012418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CC7EC-D29B-D04A-F597-536E9A8107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C6D81-3F06-F7A6-E4A2-E33FAA0DF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0671E-D06A-4745-8B09-1643E8085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013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3283-B8A5-30A4-DD7E-8B86E6C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Optical Flow for Estimation of Motion Parameters under Camera Translation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12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E339-3834-35C4-45B6-4B2307BB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301EB-4E06-EA14-FC41-732E9132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Optical flow refers to the apparent motion of brightness patterns in an image sequence. </a:t>
            </a:r>
          </a:p>
          <a:p>
            <a:pPr algn="just"/>
            <a:r>
              <a:rPr lang="en-US" dirty="0"/>
              <a:t>It represents how pixels move between two consecutive frames.</a:t>
            </a:r>
          </a:p>
          <a:p>
            <a:pPr algn="just"/>
            <a:r>
              <a:rPr lang="en-US" dirty="0"/>
              <a:t>When a camera moves translationally (without rotation), the observed optical flow is caused by changes in the 3D scene projection on the image plane due to the camera’s movement.</a:t>
            </a:r>
          </a:p>
          <a:p>
            <a:pPr algn="just"/>
            <a:r>
              <a:rPr lang="en-US" dirty="0"/>
              <a:t>Optical flow thus provides a way to infer camera motion parameters—such as the translation direction and magnitude—and the depth structure of the scene.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509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CEFF-CE4F-B965-41D0-540CAAF57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Formation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8B249-A08B-F178-68BF-511426112A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Consider a pinhole camera model: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endParaRPr lang="en-IN" dirty="0"/>
              </a:p>
              <a:p>
                <a:endParaRPr lang="en-IN" dirty="0"/>
              </a:p>
              <a:p>
                <a:pPr marL="0" indent="0" algn="just">
                  <a:buNone/>
                </a:pPr>
                <a:r>
                  <a:rPr lang="en-IN" dirty="0"/>
                  <a:t>where (X, Y, Z) are 3D world coordinates (camera-</a:t>
                </a:r>
                <a:r>
                  <a:rPr lang="en-IN" dirty="0" err="1"/>
                  <a:t>centered</a:t>
                </a:r>
                <a:r>
                  <a:rPr lang="en-IN" dirty="0"/>
                  <a:t>), and (</a:t>
                </a:r>
                <a:r>
                  <a:rPr lang="en-IN" dirty="0" err="1"/>
                  <a:t>x,y</a:t>
                </a:r>
                <a:r>
                  <a:rPr lang="en-IN" dirty="0"/>
                  <a:t>) are normalized image plane coordinates.</a:t>
                </a:r>
              </a:p>
              <a:p>
                <a:pPr marL="0" indent="0" algn="just">
                  <a:buNone/>
                </a:pPr>
                <a:endParaRPr lang="en-IN" dirty="0"/>
              </a:p>
              <a:p>
                <a:pPr marL="0" indent="0" algn="just">
                  <a:buNone/>
                </a:pPr>
                <a:r>
                  <a:rPr lang="en-IN" dirty="0"/>
                  <a:t>Let the camera translate with velocity components (</a:t>
                </a:r>
                <a:r>
                  <a:rPr lang="en-IN" dirty="0" err="1"/>
                  <a:t>T</a:t>
                </a:r>
                <a:r>
                  <a:rPr lang="en-IN" baseline="-25000" dirty="0" err="1"/>
                  <a:t>x</a:t>
                </a:r>
                <a:r>
                  <a:rPr lang="en-IN" dirty="0" err="1"/>
                  <a:t>,T</a:t>
                </a:r>
                <a:r>
                  <a:rPr lang="en-IN" baseline="-25000" dirty="0" err="1"/>
                  <a:t>y</a:t>
                </a:r>
                <a:r>
                  <a:rPr lang="en-IN" dirty="0" err="1"/>
                  <a:t>,T</a:t>
                </a:r>
                <a:r>
                  <a:rPr lang="en-IN" baseline="-25000" dirty="0" err="1"/>
                  <a:t>z</a:t>
                </a:r>
                <a:r>
                  <a:rPr lang="en-IN" dirty="0"/>
                  <a:t>)</a:t>
                </a:r>
                <a:r>
                  <a:rPr lang="ar-AE" dirty="0"/>
                  <a:t>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E8B249-A08B-F178-68BF-511426112A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22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CDDB1-6ED3-270D-AF4C-3896CD7C2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 of Image Points (Optical Flow Equations)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54BCD-DCE2-5846-44B4-E15F6A6EE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905" y="1690688"/>
            <a:ext cx="7740189" cy="503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24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59BF8-1855-5011-BE5F-7B513C9F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5E63E2-8061-8654-1EDD-3AC8E269C8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optical flow depends on:</a:t>
                </a:r>
              </a:p>
              <a:p>
                <a:pPr lvl="1"/>
                <a:r>
                  <a:rPr lang="en-IN" dirty="0"/>
                  <a:t>The camera translation vector (𝑇𝑥,𝑇𝑦,𝑇𝑧)</a:t>
                </a:r>
              </a:p>
              <a:p>
                <a:pPr lvl="1"/>
                <a:r>
                  <a:rPr lang="en-IN" dirty="0"/>
                  <a:t>The depth 𝑍 of each point in the scene.</a:t>
                </a:r>
              </a:p>
              <a:p>
                <a:r>
                  <a:rPr lang="en-IN" dirty="0"/>
                  <a:t>This means: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den>
                    </m:f>
                  </m:oMath>
                </a14:m>
                <a:endParaRPr lang="en-IN" dirty="0"/>
              </a:p>
              <a:p>
                <a:r>
                  <a:rPr lang="en-IN" dirty="0"/>
                  <a:t>Closer objects move faster on the image plane (larger optical flow).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5E63E2-8061-8654-1EDD-3AC8E269C8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64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04996-0D8A-4D10-5F44-F95AE9B5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 of Expansion (FOE)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B1703F-12A0-AC53-E220-176597ECB4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If the motion is purely translational:</a:t>
                </a:r>
              </a:p>
              <a:p>
                <a:r>
                  <a:rPr lang="en-US" dirty="0"/>
                  <a:t>All flow vectors appear to radiate from a single point in the image — the Focus of Expansion (FOE).</a:t>
                </a:r>
              </a:p>
              <a:p>
                <a:r>
                  <a:rPr lang="en-US" dirty="0"/>
                  <a:t>The FOE corresponds to the direction of camera motion. Mathematically, at the FOE, 𝑢=𝑣=0, giving:</a:t>
                </a:r>
              </a:p>
              <a:p>
                <a:r>
                  <a:rPr lang="en-US" dirty="0"/>
                  <a:t>𝑥</a:t>
                </a:r>
                <a:r>
                  <a:rPr lang="en-US" baseline="-25000" dirty="0"/>
                  <a:t>𝐹𝑂𝐸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 smtClean="0"/>
                          <m:t>𝑇</m:t>
                        </m:r>
                        <m:r>
                          <m:rPr>
                            <m:nor/>
                          </m:rPr>
                          <a:rPr lang="en-US" baseline="-25000" dirty="0" smtClean="0"/>
                          <m:t>𝑥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 smtClean="0"/>
                          <m:t>𝑇</m:t>
                        </m:r>
                        <m:r>
                          <m:rPr>
                            <m:nor/>
                          </m:rPr>
                          <a:rPr lang="en-US" baseline="-25000" dirty="0" smtClean="0"/>
                          <m:t>𝑧</m:t>
                        </m:r>
                      </m:den>
                    </m:f>
                  </m:oMath>
                </a14:m>
                <a:r>
                  <a:rPr lang="en-US" dirty="0"/>
                  <a:t>,  𝑦</a:t>
                </a:r>
                <a:r>
                  <a:rPr lang="en-US" baseline="-25000" dirty="0"/>
                  <a:t>𝐹𝑂𝐸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 smtClean="0"/>
                          <m:t>𝑇</m:t>
                        </m:r>
                        <m:r>
                          <m:rPr>
                            <m:nor/>
                          </m:rPr>
                          <a:rPr lang="en-US" b="0" i="0" baseline="-25000" dirty="0" smtClean="0"/>
                          <m:t>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 smtClean="0"/>
                          <m:t>𝑇</m:t>
                        </m:r>
                        <m:r>
                          <m:rPr>
                            <m:nor/>
                          </m:rPr>
                          <a:rPr lang="en-US" baseline="-25000" dirty="0" smtClean="0"/>
                          <m:t>𝑧</m:t>
                        </m:r>
                      </m:den>
                    </m:f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</a:t>
                </a:r>
              </a:p>
              <a:p>
                <a:r>
                  <a:rPr lang="en-US" dirty="0"/>
                  <a:t>​Hence, locating the FOE in the optical flow field gives the direction of translation.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B1703F-12A0-AC53-E220-176597ECB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4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20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F672-44F9-143E-AB01-9BD8E744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Estimation of Motion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BAAC0D-8934-CFB8-9B6F-BF6ECFD13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(a) Estimating Direction</a:t>
                </a:r>
              </a:p>
              <a:p>
                <a:pPr lvl="1"/>
                <a:r>
                  <a:rPr lang="en-IN" dirty="0"/>
                  <a:t>Compute optical flow field from image sequence.</a:t>
                </a:r>
              </a:p>
              <a:p>
                <a:pPr lvl="1"/>
                <a:r>
                  <a:rPr lang="en-IN" dirty="0"/>
                  <a:t>Determine FOE using flow divergence or least-squares fitting.</a:t>
                </a:r>
              </a:p>
              <a:p>
                <a:pPr lvl="1"/>
                <a:r>
                  <a:rPr lang="en-IN" dirty="0"/>
                  <a:t>Direction of motion is given by the vector from the image center to the FOE.</a:t>
                </a:r>
              </a:p>
              <a:p>
                <a:pPr marL="0" indent="0">
                  <a:buNone/>
                </a:pPr>
                <a:r>
                  <a:rPr lang="en-IN" dirty="0"/>
                  <a:t>(b) Estimating Magnitude (Speed)</a:t>
                </a:r>
              </a:p>
              <a:p>
                <a:pPr marL="0" indent="0">
                  <a:buNone/>
                </a:pPr>
                <a:r>
                  <a:rPr lang="en-IN" dirty="0"/>
                  <a:t>If the scene depth 𝑍(𝑥,𝑦) is known (e.g., from stereo or depth sensors), we can rearrange: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IN" dirty="0"/>
                  <a:t>	​	</a:t>
                </a:r>
              </a:p>
              <a:p>
                <a:pPr marL="0" indent="0">
                  <a:buNone/>
                </a:pPr>
                <a:r>
                  <a:rPr lang="en-IN" dirty="0"/>
                  <a:t>​and solve for 𝑇</a:t>
                </a:r>
                <a:r>
                  <a:rPr lang="en-IN" baseline="-25000" dirty="0"/>
                  <a:t>𝑥</a:t>
                </a:r>
                <a:r>
                  <a:rPr lang="en-IN" dirty="0"/>
                  <a:t>,𝑇</a:t>
                </a:r>
                <a:r>
                  <a:rPr lang="en-IN" baseline="-25000" dirty="0"/>
                  <a:t>𝑦</a:t>
                </a:r>
                <a:r>
                  <a:rPr lang="en-IN" dirty="0"/>
                  <a:t>,𝑇</a:t>
                </a:r>
                <a:r>
                  <a:rPr lang="en-IN" baseline="-25000" dirty="0"/>
                  <a:t>𝑧</a:t>
                </a:r>
                <a:r>
                  <a:rPr lang="en-IN" dirty="0"/>
                  <a:t>​ using multiple flow observations.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BAAC0D-8934-CFB8-9B6F-BF6ECFD13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4923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7168-F863-853E-878E-B957BD0C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Differential Formulation (Brightness Constancy)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A9339-0372-378F-77CF-C64E6AC83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416" y="1629477"/>
            <a:ext cx="8659433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303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58DC6-6D2D-C8C0-6866-20E3B06BF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3A9B-67CF-6FFB-C074-4553B59DC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Depth ambiguity: Optical flow alone cannot separate translation speed and scene depth without additional constraints.</a:t>
            </a:r>
          </a:p>
          <a:p>
            <a:pPr algn="just"/>
            <a:r>
              <a:rPr lang="en-US" dirty="0"/>
              <a:t>Small motion assumption: Linear approximations hold for small inter-frame displacements.</a:t>
            </a:r>
          </a:p>
          <a:p>
            <a:pPr algn="just"/>
            <a:r>
              <a:rPr lang="en-US" dirty="0"/>
              <a:t>Noise and texture: Reliable flow estimation requires textured regions.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337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C2A6-FA3D-CDFA-DB23-F2E290308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CB340-4AEA-59F8-725D-8568F37DE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Ego-motion estimation for mobile robots and drones.</a:t>
            </a:r>
          </a:p>
          <a:p>
            <a:r>
              <a:rPr lang="en-IN" dirty="0"/>
              <a:t>Structure-from-motion (</a:t>
            </a:r>
            <a:r>
              <a:rPr lang="en-IN" dirty="0" err="1"/>
              <a:t>SfM</a:t>
            </a:r>
            <a:r>
              <a:rPr lang="en-IN" dirty="0"/>
              <a:t>).</a:t>
            </a:r>
          </a:p>
          <a:p>
            <a:r>
              <a:rPr lang="en-IN" dirty="0"/>
              <a:t>Visual odometry.</a:t>
            </a:r>
          </a:p>
          <a:p>
            <a:r>
              <a:rPr lang="en-IN" dirty="0"/>
              <a:t>Obstacle avoidance (using FOE and flow divergence).</a:t>
            </a:r>
          </a:p>
        </p:txBody>
      </p:sp>
    </p:spTree>
    <p:extLst>
      <p:ext uri="{BB962C8B-B14F-4D97-AF65-F5344CB8AC3E}">
        <p14:creationId xmlns:p14="http://schemas.microsoft.com/office/powerpoint/2010/main" val="1214824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464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Optical Flow for Estimation of Motion Parameters under Camera Translation</vt:lpstr>
      <vt:lpstr>Introduction</vt:lpstr>
      <vt:lpstr>Image Formation Model</vt:lpstr>
      <vt:lpstr>Motion of Image Points (Optical Flow Equations)</vt:lpstr>
      <vt:lpstr>Interpretation</vt:lpstr>
      <vt:lpstr>Focus of Expansion (FOE)</vt:lpstr>
      <vt:lpstr>Estimation of Motion Parameters</vt:lpstr>
      <vt:lpstr>Differential Formulation (Brightness Constancy)</vt:lpstr>
      <vt:lpstr>Practical Considerations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Reni Nithya</dc:creator>
  <cp:lastModifiedBy>Reni Nithya</cp:lastModifiedBy>
  <cp:revision>1</cp:revision>
  <dcterms:created xsi:type="dcterms:W3CDTF">2025-10-14T10:01:02Z</dcterms:created>
  <dcterms:modified xsi:type="dcterms:W3CDTF">2025-10-14T10:35:34Z</dcterms:modified>
</cp:coreProperties>
</file>