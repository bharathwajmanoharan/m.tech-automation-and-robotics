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48E79F-9B92-4E12-AA52-008B5A6D109E}" v="63" dt="2025-11-01T12:11:16.7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i Nithya" userId="81dbbd6ae6b89009" providerId="LiveId" clId="{712AF1E0-38CE-403E-8C05-4A6DF01D01E8}"/>
    <pc:docChg chg="undo redo custSel addSld modSld">
      <pc:chgData name="Reni Nithya" userId="81dbbd6ae6b89009" providerId="LiveId" clId="{712AF1E0-38CE-403E-8C05-4A6DF01D01E8}" dt="2025-11-01T12:11:16.741" v="413" actId="20577"/>
      <pc:docMkLst>
        <pc:docMk/>
      </pc:docMkLst>
      <pc:sldChg chg="addSp delSp modSp mod">
        <pc:chgData name="Reni Nithya" userId="81dbbd6ae6b89009" providerId="LiveId" clId="{712AF1E0-38CE-403E-8C05-4A6DF01D01E8}" dt="2025-11-01T11:12:17.420" v="2" actId="1076"/>
        <pc:sldMkLst>
          <pc:docMk/>
          <pc:sldMk cId="0" sldId="256"/>
        </pc:sldMkLst>
        <pc:spChg chg="mod">
          <ac:chgData name="Reni Nithya" userId="81dbbd6ae6b89009" providerId="LiveId" clId="{712AF1E0-38CE-403E-8C05-4A6DF01D01E8}" dt="2025-11-01T11:12:17.420" v="2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Reni Nithya" userId="81dbbd6ae6b89009" providerId="LiveId" clId="{712AF1E0-38CE-403E-8C05-4A6DF01D01E8}" dt="2025-11-01T11:12:07.446" v="0" actId="478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Reni Nithya" userId="81dbbd6ae6b89009" providerId="LiveId" clId="{712AF1E0-38CE-403E-8C05-4A6DF01D01E8}" dt="2025-11-01T11:12:10.342" v="1" actId="478"/>
          <ac:spMkLst>
            <pc:docMk/>
            <pc:sldMk cId="0" sldId="256"/>
            <ac:spMk id="5" creationId="{30E823B2-7DC0-E08A-DEC8-59F8F1524517}"/>
          </ac:spMkLst>
        </pc:spChg>
      </pc:sldChg>
      <pc:sldChg chg="modSp mod">
        <pc:chgData name="Reni Nithya" userId="81dbbd6ae6b89009" providerId="LiveId" clId="{712AF1E0-38CE-403E-8C05-4A6DF01D01E8}" dt="2025-11-01T11:13:06.152" v="14" actId="12"/>
        <pc:sldMkLst>
          <pc:docMk/>
          <pc:sldMk cId="0" sldId="257"/>
        </pc:sldMkLst>
        <pc:spChg chg="mod">
          <ac:chgData name="Reni Nithya" userId="81dbbd6ae6b89009" providerId="LiveId" clId="{712AF1E0-38CE-403E-8C05-4A6DF01D01E8}" dt="2025-11-01T11:13:06.152" v="14" actId="12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Reni Nithya" userId="81dbbd6ae6b89009" providerId="LiveId" clId="{712AF1E0-38CE-403E-8C05-4A6DF01D01E8}" dt="2025-11-01T11:34:37.250" v="235" actId="12"/>
        <pc:sldMkLst>
          <pc:docMk/>
          <pc:sldMk cId="0" sldId="258"/>
        </pc:sldMkLst>
        <pc:spChg chg="mod">
          <ac:chgData name="Reni Nithya" userId="81dbbd6ae6b89009" providerId="LiveId" clId="{712AF1E0-38CE-403E-8C05-4A6DF01D01E8}" dt="2025-11-01T11:34:37.250" v="235" actId="12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">
        <pc:chgData name="Reni Nithya" userId="81dbbd6ae6b89009" providerId="LiveId" clId="{712AF1E0-38CE-403E-8C05-4A6DF01D01E8}" dt="2025-11-01T12:10:05.539" v="403" actId="20577"/>
        <pc:sldMkLst>
          <pc:docMk/>
          <pc:sldMk cId="0" sldId="259"/>
        </pc:sldMkLst>
        <pc:spChg chg="mod">
          <ac:chgData name="Reni Nithya" userId="81dbbd6ae6b89009" providerId="LiveId" clId="{712AF1E0-38CE-403E-8C05-4A6DF01D01E8}" dt="2025-11-01T12:10:05.539" v="403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Reni Nithya" userId="81dbbd6ae6b89009" providerId="LiveId" clId="{712AF1E0-38CE-403E-8C05-4A6DF01D01E8}" dt="2025-11-01T11:23:19.060" v="170" actId="27636"/>
          <ac:spMkLst>
            <pc:docMk/>
            <pc:sldMk cId="0" sldId="259"/>
            <ac:spMk id="3" creationId="{00000000-0000-0000-0000-000000000000}"/>
          </ac:spMkLst>
        </pc:spChg>
        <pc:graphicFrameChg chg="add del mod">
          <ac:chgData name="Reni Nithya" userId="81dbbd6ae6b89009" providerId="LiveId" clId="{712AF1E0-38CE-403E-8C05-4A6DF01D01E8}" dt="2025-11-01T11:20:33.890" v="80" actId="3680"/>
          <ac:graphicFrameMkLst>
            <pc:docMk/>
            <pc:sldMk cId="0" sldId="259"/>
            <ac:graphicFrameMk id="4" creationId="{B3760333-CB08-A639-C7C3-E84BF1420D82}"/>
          </ac:graphicFrameMkLst>
        </pc:graphicFrameChg>
        <pc:graphicFrameChg chg="add mod">
          <ac:chgData name="Reni Nithya" userId="81dbbd6ae6b89009" providerId="LiveId" clId="{712AF1E0-38CE-403E-8C05-4A6DF01D01E8}" dt="2025-11-01T11:20:25.054" v="75" actId="1076"/>
          <ac:graphicFrameMkLst>
            <pc:docMk/>
            <pc:sldMk cId="0" sldId="259"/>
            <ac:graphicFrameMk id="7" creationId="{F0E85F4E-FD23-F575-C696-2D2BA9B72E5F}"/>
          </ac:graphicFrameMkLst>
        </pc:graphicFrameChg>
        <pc:graphicFrameChg chg="add mod modGraphic">
          <ac:chgData name="Reni Nithya" userId="81dbbd6ae6b89009" providerId="LiveId" clId="{712AF1E0-38CE-403E-8C05-4A6DF01D01E8}" dt="2025-11-01T11:23:52.616" v="174"/>
          <ac:graphicFrameMkLst>
            <pc:docMk/>
            <pc:sldMk cId="0" sldId="259"/>
            <ac:graphicFrameMk id="8" creationId="{FDF4B2B8-2B40-2F27-3C69-C2B271495798}"/>
          </ac:graphicFrameMkLst>
        </pc:graphicFrameChg>
        <pc:picChg chg="add del">
          <ac:chgData name="Reni Nithya" userId="81dbbd6ae6b89009" providerId="LiveId" clId="{712AF1E0-38CE-403E-8C05-4A6DF01D01E8}" dt="2025-11-01T11:20:29.414" v="77" actId="22"/>
          <ac:picMkLst>
            <pc:docMk/>
            <pc:sldMk cId="0" sldId="259"/>
            <ac:picMk id="6" creationId="{69FDBF7B-78A1-799F-0DB9-5D82A57D6739}"/>
          </ac:picMkLst>
        </pc:picChg>
      </pc:sldChg>
      <pc:sldChg chg="addSp delSp modSp mod">
        <pc:chgData name="Reni Nithya" userId="81dbbd6ae6b89009" providerId="LiveId" clId="{712AF1E0-38CE-403E-8C05-4A6DF01D01E8}" dt="2025-11-01T11:50:45.085" v="306" actId="20577"/>
        <pc:sldMkLst>
          <pc:docMk/>
          <pc:sldMk cId="0" sldId="260"/>
        </pc:sldMkLst>
        <pc:spChg chg="mod">
          <ac:chgData name="Reni Nithya" userId="81dbbd6ae6b89009" providerId="LiveId" clId="{712AF1E0-38CE-403E-8C05-4A6DF01D01E8}" dt="2025-11-01T11:50:45.085" v="306" actId="20577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Reni Nithya" userId="81dbbd6ae6b89009" providerId="LiveId" clId="{712AF1E0-38CE-403E-8C05-4A6DF01D01E8}" dt="2025-11-01T11:48:29.159" v="290" actId="12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Reni Nithya" userId="81dbbd6ae6b89009" providerId="LiveId" clId="{712AF1E0-38CE-403E-8C05-4A6DF01D01E8}" dt="2025-11-01T11:26:21.226" v="179"/>
          <ac:spMkLst>
            <pc:docMk/>
            <pc:sldMk cId="0" sldId="260"/>
            <ac:spMk id="4" creationId="{8852BEB1-129F-99A2-0F9A-D4F657563E41}"/>
          </ac:spMkLst>
        </pc:spChg>
        <pc:spChg chg="add">
          <ac:chgData name="Reni Nithya" userId="81dbbd6ae6b89009" providerId="LiveId" clId="{712AF1E0-38CE-403E-8C05-4A6DF01D01E8}" dt="2025-11-01T11:27:03.661" v="189"/>
          <ac:spMkLst>
            <pc:docMk/>
            <pc:sldMk cId="0" sldId="260"/>
            <ac:spMk id="5" creationId="{76C602A9-61E5-462F-FBD3-F4E802F2562A}"/>
          </ac:spMkLst>
        </pc:spChg>
      </pc:sldChg>
      <pc:sldChg chg="modSp mod">
        <pc:chgData name="Reni Nithya" userId="81dbbd6ae6b89009" providerId="LiveId" clId="{712AF1E0-38CE-403E-8C05-4A6DF01D01E8}" dt="2025-11-01T11:50:14.711" v="304" actId="313"/>
        <pc:sldMkLst>
          <pc:docMk/>
          <pc:sldMk cId="0" sldId="261"/>
        </pc:sldMkLst>
        <pc:spChg chg="mod">
          <ac:chgData name="Reni Nithya" userId="81dbbd6ae6b89009" providerId="LiveId" clId="{712AF1E0-38CE-403E-8C05-4A6DF01D01E8}" dt="2025-11-01T11:30:11.224" v="221" actId="6549"/>
          <ac:spMkLst>
            <pc:docMk/>
            <pc:sldMk cId="0" sldId="261"/>
            <ac:spMk id="2" creationId="{00000000-0000-0000-0000-000000000000}"/>
          </ac:spMkLst>
        </pc:spChg>
        <pc:spChg chg="mod">
          <ac:chgData name="Reni Nithya" userId="81dbbd6ae6b89009" providerId="LiveId" clId="{712AF1E0-38CE-403E-8C05-4A6DF01D01E8}" dt="2025-11-01T11:50:14.711" v="304" actId="313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">
        <pc:chgData name="Reni Nithya" userId="81dbbd6ae6b89009" providerId="LiveId" clId="{712AF1E0-38CE-403E-8C05-4A6DF01D01E8}" dt="2025-11-01T11:51:36.112" v="312" actId="12"/>
        <pc:sldMkLst>
          <pc:docMk/>
          <pc:sldMk cId="0" sldId="262"/>
        </pc:sldMkLst>
        <pc:spChg chg="del mod">
          <ac:chgData name="Reni Nithya" userId="81dbbd6ae6b89009" providerId="LiveId" clId="{712AF1E0-38CE-403E-8C05-4A6DF01D01E8}" dt="2025-11-01T11:49:32.897" v="295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Reni Nithya" userId="81dbbd6ae6b89009" providerId="LiveId" clId="{712AF1E0-38CE-403E-8C05-4A6DF01D01E8}" dt="2025-11-01T11:51:36.112" v="312" actId="12"/>
          <ac:spMkLst>
            <pc:docMk/>
            <pc:sldMk cId="0" sldId="262"/>
            <ac:spMk id="6" creationId="{145D28C9-FAE0-1307-EB0A-9AB1EDA18571}"/>
          </ac:spMkLst>
        </pc:spChg>
        <pc:graphicFrameChg chg="add mod modGraphic">
          <ac:chgData name="Reni Nithya" userId="81dbbd6ae6b89009" providerId="LiveId" clId="{712AF1E0-38CE-403E-8C05-4A6DF01D01E8}" dt="2025-11-01T11:50:06.361" v="303" actId="1076"/>
          <ac:graphicFrameMkLst>
            <pc:docMk/>
            <pc:sldMk cId="0" sldId="262"/>
            <ac:graphicFrameMk id="4" creationId="{4E8F4090-C872-2534-42EC-D631D664E4EC}"/>
          </ac:graphicFrameMkLst>
        </pc:graphicFrameChg>
      </pc:sldChg>
      <pc:sldChg chg="modSp mod">
        <pc:chgData name="Reni Nithya" userId="81dbbd6ae6b89009" providerId="LiveId" clId="{712AF1E0-38CE-403E-8C05-4A6DF01D01E8}" dt="2025-11-01T11:57:51.007" v="379" actId="20577"/>
        <pc:sldMkLst>
          <pc:docMk/>
          <pc:sldMk cId="0" sldId="263"/>
        </pc:sldMkLst>
        <pc:spChg chg="mod">
          <ac:chgData name="Reni Nithya" userId="81dbbd6ae6b89009" providerId="LiveId" clId="{712AF1E0-38CE-403E-8C05-4A6DF01D01E8}" dt="2025-11-01T11:57:51.007" v="379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Reni Nithya" userId="81dbbd6ae6b89009" providerId="LiveId" clId="{712AF1E0-38CE-403E-8C05-4A6DF01D01E8}" dt="2025-11-01T11:56:23.474" v="358" actId="20577"/>
        <pc:sldMkLst>
          <pc:docMk/>
          <pc:sldMk cId="0" sldId="264"/>
        </pc:sldMkLst>
        <pc:spChg chg="mod">
          <ac:chgData name="Reni Nithya" userId="81dbbd6ae6b89009" providerId="LiveId" clId="{712AF1E0-38CE-403E-8C05-4A6DF01D01E8}" dt="2025-11-01T11:56:10.565" v="354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Reni Nithya" userId="81dbbd6ae6b89009" providerId="LiveId" clId="{712AF1E0-38CE-403E-8C05-4A6DF01D01E8}" dt="2025-11-01T11:56:23.474" v="358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Reni Nithya" userId="81dbbd6ae6b89009" providerId="LiveId" clId="{712AF1E0-38CE-403E-8C05-4A6DF01D01E8}" dt="2025-11-01T12:11:16.741" v="413" actId="20577"/>
        <pc:sldMkLst>
          <pc:docMk/>
          <pc:sldMk cId="0" sldId="265"/>
        </pc:sldMkLst>
        <pc:spChg chg="mod">
          <ac:chgData name="Reni Nithya" userId="81dbbd6ae6b89009" providerId="LiveId" clId="{712AF1E0-38CE-403E-8C05-4A6DF01D01E8}" dt="2025-11-01T12:11:16.741" v="413" actId="20577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new mod modClrScheme chgLayout">
        <pc:chgData name="Reni Nithya" userId="81dbbd6ae6b89009" providerId="LiveId" clId="{712AF1E0-38CE-403E-8C05-4A6DF01D01E8}" dt="2025-11-01T12:05:02.597" v="389" actId="1076"/>
        <pc:sldMkLst>
          <pc:docMk/>
          <pc:sldMk cId="3660183761" sldId="266"/>
        </pc:sldMkLst>
        <pc:spChg chg="del">
          <ac:chgData name="Reni Nithya" userId="81dbbd6ae6b89009" providerId="LiveId" clId="{712AF1E0-38CE-403E-8C05-4A6DF01D01E8}" dt="2025-11-01T12:04:16.812" v="381" actId="700"/>
          <ac:spMkLst>
            <pc:docMk/>
            <pc:sldMk cId="3660183761" sldId="266"/>
            <ac:spMk id="2" creationId="{385C0F56-5940-9917-FE13-27C4C7950120}"/>
          </ac:spMkLst>
        </pc:spChg>
        <pc:spChg chg="del">
          <ac:chgData name="Reni Nithya" userId="81dbbd6ae6b89009" providerId="LiveId" clId="{712AF1E0-38CE-403E-8C05-4A6DF01D01E8}" dt="2025-11-01T12:04:16.812" v="381" actId="700"/>
          <ac:spMkLst>
            <pc:docMk/>
            <pc:sldMk cId="3660183761" sldId="266"/>
            <ac:spMk id="3" creationId="{0358EE21-5518-AA02-64D3-058D79B9BAAE}"/>
          </ac:spMkLst>
        </pc:spChg>
        <pc:picChg chg="add mod">
          <ac:chgData name="Reni Nithya" userId="81dbbd6ae6b89009" providerId="LiveId" clId="{712AF1E0-38CE-403E-8C05-4A6DF01D01E8}" dt="2025-11-01T12:05:02.597" v="389" actId="1076"/>
          <ac:picMkLst>
            <pc:docMk/>
            <pc:sldMk cId="3660183761" sldId="266"/>
            <ac:picMk id="4098" creationId="{512FA0C5-1B6B-5A80-45C4-B3F4AAEE3510}"/>
          </ac:picMkLst>
        </pc:picChg>
      </pc:sldChg>
      <pc:sldChg chg="addSp modSp new mod modClrScheme chgLayout">
        <pc:chgData name="Reni Nithya" userId="81dbbd6ae6b89009" providerId="LiveId" clId="{712AF1E0-38CE-403E-8C05-4A6DF01D01E8}" dt="2025-11-01T12:06:25.069" v="400" actId="20577"/>
        <pc:sldMkLst>
          <pc:docMk/>
          <pc:sldMk cId="1812399414" sldId="267"/>
        </pc:sldMkLst>
        <pc:spChg chg="add mod ord">
          <ac:chgData name="Reni Nithya" userId="81dbbd6ae6b89009" providerId="LiveId" clId="{712AF1E0-38CE-403E-8C05-4A6DF01D01E8}" dt="2025-11-01T12:06:25.069" v="400" actId="20577"/>
          <ac:spMkLst>
            <pc:docMk/>
            <pc:sldMk cId="1812399414" sldId="267"/>
            <ac:spMk id="2" creationId="{D1C0A8AB-EDF0-C28E-80BA-3DC295E26CAC}"/>
          </ac:spMkLst>
        </pc:spChg>
        <pc:picChg chg="add">
          <ac:chgData name="Reni Nithya" userId="81dbbd6ae6b89009" providerId="LiveId" clId="{712AF1E0-38CE-403E-8C05-4A6DF01D01E8}" dt="2025-11-01T12:05:27.405" v="391"/>
          <ac:picMkLst>
            <pc:docMk/>
            <pc:sldMk cId="1812399414" sldId="267"/>
            <ac:picMk id="5122" creationId="{BF0320A5-7CBC-3C84-A493-9136C76A9F9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@j.zijlmans/lsd-slam-vs-orb-slam2-a-literature-based-comparison-20732df431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dirty="0"/>
              <a:t>Direct vs. Indirect SLAM: Analysis of LSD-SLAM and ORB-SLAM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SLAM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dirty="0"/>
              <a:t>SLAM (Simultaneous Localization and Mapping) builds a map while tracking location.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Steps: Feature extraction, pose estimation, and map update.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Importance: Core for autonomous navigation and mapping.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SLAM Formulations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Two formulations: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Direct SLAM – uses image intensities directly.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Indirect SLAM – relies on extracted features.</a:t>
            </a:r>
          </a:p>
          <a:p>
            <a:pPr marL="0" indent="0">
              <a:buNone/>
            </a:pPr>
            <a:r>
              <a:rPr dirty="0"/>
              <a:t>Both estimate camera motion and reconstruct the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512FA0C5-1B6B-5A80-45C4-B3F4AAEE3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5662"/>
            <a:ext cx="9042400" cy="6852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183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BF0320A5-7CBC-3C84-A493-9136C76A9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1824038"/>
            <a:ext cx="8334375" cy="32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C0A8AB-EDF0-C28E-80BA-3DC295E26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LSD SLAM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2399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71"/>
            <a:ext cx="8229600" cy="719667"/>
          </a:xfrm>
        </p:spPr>
        <p:txBody>
          <a:bodyPr>
            <a:normAutofit fontScale="90000"/>
          </a:bodyPr>
          <a:lstStyle/>
          <a:p>
            <a:r>
              <a:rPr dirty="0"/>
              <a:t>Direct vs. Indirect SLAM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520267"/>
            <a:ext cx="8305800" cy="132556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Summary:</a:t>
            </a:r>
            <a:endParaRPr lang="en-US" dirty="0"/>
          </a:p>
          <a:p>
            <a:r>
              <a:rPr lang="en-US" dirty="0"/>
              <a:t>Direct methods: better accuracy with dense maps, but computationally heavier.</a:t>
            </a:r>
          </a:p>
          <a:p>
            <a:r>
              <a:rPr lang="en-US" dirty="0"/>
              <a:t>Indirect methods: robust, efficient, works well with lower-quality cameras.</a:t>
            </a:r>
          </a:p>
          <a:p>
            <a:endParaRPr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DF4B2B8-2B40-2F27-3C69-C2B271495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97076"/>
              </p:ext>
            </p:extLst>
          </p:nvPr>
        </p:nvGraphicFramePr>
        <p:xfrm>
          <a:off x="457200" y="982134"/>
          <a:ext cx="8229600" cy="4114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91901678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56089313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334834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Direct SLAM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Indirect SLAM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16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Basis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raw </a:t>
                      </a:r>
                      <a:r>
                        <a:rPr lang="en-US" b="1"/>
                        <a:t>image intensities</a:t>
                      </a:r>
                      <a:r>
                        <a:rPr lang="en-US"/>
                        <a:t> directly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</a:t>
                      </a:r>
                      <a:r>
                        <a:rPr lang="en-US" b="1"/>
                        <a:t>features</a:t>
                      </a:r>
                      <a:r>
                        <a:rPr lang="en-US"/>
                        <a:t> (keypoints, descriptors) extracted from images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716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Computation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Minimizes photometric error (intensity difference)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Minimizes reprojection error (feature position difference)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104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 dependence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Does </a:t>
                      </a:r>
                      <a:r>
                        <a:rPr lang="en-US" b="1"/>
                        <a:t>not require</a:t>
                      </a:r>
                      <a:r>
                        <a:rPr lang="en-US"/>
                        <a:t> feature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Requires </a:t>
                      </a:r>
                      <a:r>
                        <a:rPr lang="en-IN" b="1"/>
                        <a:t>robust feature extraction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758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Suitable for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Texture-rich continuous surfaces (e.g., walls, indoor scenes)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Environments with distinct keypoints (corners, textures)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97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 systems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LSD-SLAM, DSO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ORB-SLAM, PTAM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8205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LSD-SLAM</a:t>
            </a:r>
            <a:r>
              <a:rPr lang="en-US" dirty="0"/>
              <a:t> </a:t>
            </a:r>
            <a:r>
              <a:rPr lang="en-IN" dirty="0"/>
              <a:t>(Large-Scale Direct Monocular SLAM)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Formulation:</a:t>
            </a:r>
            <a:r>
              <a:rPr lang="en-US" dirty="0"/>
              <a:t> Direct (uses image intensities instead of extracted features).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Key principle:</a:t>
            </a:r>
            <a:r>
              <a:rPr lang="en-US" dirty="0"/>
              <a:t> Minimizes </a:t>
            </a:r>
            <a:r>
              <a:rPr lang="en-US" i="1" dirty="0"/>
              <a:t>photometric error</a:t>
            </a:r>
            <a:r>
              <a:rPr lang="en-US" dirty="0"/>
              <a:t> between keyframes.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Mapping:</a:t>
            </a:r>
            <a:r>
              <a:rPr lang="en-US" dirty="0"/>
              <a:t> Semi-dense map representation (only textured pixels).</a:t>
            </a:r>
          </a:p>
          <a:p>
            <a:pPr marL="0" indent="0">
              <a:buNone/>
            </a:pPr>
            <a:r>
              <a:rPr lang="en-IN" b="1" dirty="0"/>
              <a:t>Advantages: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Works well in </a:t>
            </a:r>
            <a:r>
              <a:rPr lang="en-US" b="1" dirty="0"/>
              <a:t>low-feature</a:t>
            </a:r>
            <a:r>
              <a:rPr lang="en-US" dirty="0"/>
              <a:t> environments.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Generates </a:t>
            </a:r>
            <a:r>
              <a:rPr lang="en-IN" b="1" dirty="0"/>
              <a:t>dense depth maps</a:t>
            </a:r>
            <a:r>
              <a:rPr lang="en-IN" dirty="0"/>
              <a:t> for better surface understanding.</a:t>
            </a:r>
          </a:p>
          <a:p>
            <a:pPr marL="0" indent="0">
              <a:buNone/>
            </a:pPr>
            <a:r>
              <a:rPr lang="en-IN" b="1" dirty="0"/>
              <a:t>Limitations: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Sensitive to lighting variations.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High computational cost.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ORB-SLAM (Oriented FAST and Rotated BRIEF SLAM)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Formulation:</a:t>
            </a:r>
            <a:r>
              <a:rPr lang="en-IN" dirty="0"/>
              <a:t> Indirect (feature-based).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Key principle:</a:t>
            </a:r>
            <a:r>
              <a:rPr lang="en-US" dirty="0"/>
              <a:t> Detects and tracks </a:t>
            </a:r>
            <a:r>
              <a:rPr lang="en-US" b="1" dirty="0"/>
              <a:t>ORB features</a:t>
            </a:r>
            <a:r>
              <a:rPr lang="en-US" dirty="0"/>
              <a:t> for matching and map generation.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Mapping:</a:t>
            </a:r>
            <a:r>
              <a:rPr lang="en-IN" dirty="0"/>
              <a:t> Sparse map representation.</a:t>
            </a:r>
          </a:p>
          <a:p>
            <a:pPr marL="0" indent="0">
              <a:buNone/>
            </a:pPr>
            <a:r>
              <a:rPr lang="en-IN" b="1" dirty="0"/>
              <a:t>Advantages: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/>
              <a:t>Real-time</a:t>
            </a:r>
            <a:r>
              <a:rPr lang="en-US" dirty="0"/>
              <a:t> performance, robust against lighting/scale changes.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Works with </a:t>
            </a:r>
            <a:r>
              <a:rPr lang="en-US" b="1" dirty="0"/>
              <a:t>monocular, stereo, and RGB-D</a:t>
            </a:r>
            <a:r>
              <a:rPr lang="en-US" dirty="0"/>
              <a:t> inputs.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Strong </a:t>
            </a:r>
            <a:r>
              <a:rPr lang="en-US" b="1" dirty="0"/>
              <a:t>loop closure detection</a:t>
            </a:r>
            <a:r>
              <a:rPr lang="en-US" dirty="0"/>
              <a:t> using bag-of-words.</a:t>
            </a:r>
            <a:endParaRPr lang="en-US" b="1" dirty="0"/>
          </a:p>
          <a:p>
            <a:pPr marL="0" indent="0">
              <a:buNone/>
            </a:pPr>
            <a:r>
              <a:rPr lang="en-IN" b="1" dirty="0"/>
              <a:t>Limitations: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Relies heavily on distinct features (may fail in texture less areas).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Map less detailed compared to LSD-SLAM.</a:t>
            </a: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8F4090-C872-2534-42EC-D631D664E4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9199232"/>
              </p:ext>
            </p:extLst>
          </p:nvPr>
        </p:nvGraphicFramePr>
        <p:xfrm>
          <a:off x="457200" y="182880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68436959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22392888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804755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Parameter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LSD-SLAM (Direct)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ORB-SLAM (Indirect)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561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Pixel intensities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 descriptors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840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Map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Semi-dense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Sparse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464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Robustness to lighting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478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Computational demand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935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Loop closure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533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in textured scenes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in structured environments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739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Real-time capable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2569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45D28C9-FAE0-1307-EB0A-9AB1EDA18571}"/>
              </a:ext>
            </a:extLst>
          </p:cNvPr>
          <p:cNvSpPr txBox="1"/>
          <p:nvPr/>
        </p:nvSpPr>
        <p:spPr>
          <a:xfrm>
            <a:off x="622300" y="5345164"/>
            <a:ext cx="7899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Inference: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LSD-SLAM excels in </a:t>
            </a:r>
            <a:r>
              <a:rPr lang="en-US" b="1" dirty="0"/>
              <a:t>dense reconstruction</a:t>
            </a:r>
            <a:r>
              <a:rPr lang="en-US" dirty="0"/>
              <a:t> and </a:t>
            </a:r>
            <a:r>
              <a:rPr lang="en-US" b="1" dirty="0"/>
              <a:t>photometric accuracy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ORB-SLAM excels in </a:t>
            </a:r>
            <a:r>
              <a:rPr lang="en-US" b="1" dirty="0"/>
              <a:t>efficiency</a:t>
            </a:r>
            <a:r>
              <a:rPr lang="en-US" dirty="0"/>
              <a:t>, </a:t>
            </a:r>
            <a:r>
              <a:rPr lang="en-US" b="1" dirty="0"/>
              <a:t>robustness</a:t>
            </a:r>
            <a:r>
              <a:rPr lang="en-US" dirty="0"/>
              <a:t>, and </a:t>
            </a:r>
            <a:r>
              <a:rPr lang="en-US" b="1" dirty="0"/>
              <a:t>real-time operation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LSD-SLAM:</a:t>
            </a:r>
            <a:r>
              <a:rPr lang="en-US" dirty="0"/>
              <a:t> Suitable for autonomous drones, AR systems, and indoor robots needing detailed depth understanding.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ORB-SLAM:</a:t>
            </a:r>
            <a:r>
              <a:rPr lang="en-US" dirty="0"/>
              <a:t> Ideal for mobile robots and AR/VR systems where fast, reliable localization is critical.</a:t>
            </a:r>
          </a:p>
          <a:p>
            <a:pPr marL="0" indent="0">
              <a:buNone/>
            </a:pPr>
            <a:r>
              <a:rPr lang="en-US" b="1" dirty="0"/>
              <a:t>Key Insights: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LSD-SLAM excels in accuracy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ORB-SLAM excels in robustness and speed.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dirty="0"/>
              <a:t> Direct SLAM (LSD-SLAM) → Dense, accurate mapping.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 Indirect SLAM (ORB-SLAM) → Fast, robust localization.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dirty="0"/>
              <a:t>Engel et al., LSD-SLAM: ECCV 2014.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dirty="0"/>
              <a:t>Mur-Artal et al., ORB-SLAM: IEEE Trans. </a:t>
            </a:r>
            <a:r>
              <a:rPr lang="en-US" dirty="0"/>
              <a:t>  </a:t>
            </a:r>
            <a:r>
              <a:rPr dirty="0"/>
              <a:t>Robotics 2015.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dirty="0"/>
              <a:t>Durrant-Whyte &amp; Bailey, IEEE Robotics &amp; </a:t>
            </a:r>
            <a:r>
              <a:rPr lang="en-US" dirty="0"/>
              <a:t> </a:t>
            </a:r>
            <a:r>
              <a:rPr dirty="0"/>
              <a:t>Automation Magazine.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IN" dirty="0">
                <a:hlinkClick r:id="rId2"/>
              </a:rPr>
              <a:t>https://medium.com/@j.zijlmans/lsd-slam-vs-orb-slam2-a-literature-based-comparison-20732df431d</a:t>
            </a:r>
            <a:r>
              <a:rPr lang="en-IN" dirty="0"/>
              <a:t>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542</Words>
  <Application>Microsoft Office PowerPoint</Application>
  <PresentationFormat>On-screen Show (4:3)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Wingdings</vt:lpstr>
      <vt:lpstr>Office Theme</vt:lpstr>
      <vt:lpstr>Direct vs. Indirect SLAM: Analysis of LSD-SLAM and ORB-SLAM</vt:lpstr>
      <vt:lpstr>Introduction to SLAM</vt:lpstr>
      <vt:lpstr>SLAM Formulations Overview</vt:lpstr>
      <vt:lpstr>PowerPoint Presentation</vt:lpstr>
      <vt:lpstr>LSD SLAM</vt:lpstr>
      <vt:lpstr>Direct vs. Indirect SLAM</vt:lpstr>
      <vt:lpstr>LSD-SLAM (Large-Scale Direct Monocular SLAM) Overview</vt:lpstr>
      <vt:lpstr>ORB-SLAM (Oriented FAST and Rotated BRIEF SLAM)</vt:lpstr>
      <vt:lpstr>Comparative Analysis</vt:lpstr>
      <vt:lpstr>Applications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Reni Nithya</cp:lastModifiedBy>
  <cp:revision>1</cp:revision>
  <dcterms:created xsi:type="dcterms:W3CDTF">2013-01-27T09:14:16Z</dcterms:created>
  <dcterms:modified xsi:type="dcterms:W3CDTF">2025-11-01T12:11:23Z</dcterms:modified>
  <cp:category/>
</cp:coreProperties>
</file>