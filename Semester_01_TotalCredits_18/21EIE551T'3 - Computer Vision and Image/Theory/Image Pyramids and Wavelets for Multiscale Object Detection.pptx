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E6E7E6"/>
    <a:srgbClr val="EAECEB"/>
    <a:srgbClr val="EBEAEC"/>
    <a:srgbClr val="E9EAE9"/>
    <a:srgbClr val="D7D9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27EEB8-C468-4775-BDD2-5C8D016A884D}" v="157" dt="2025-10-26T20:01:59.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i Nithya" userId="81dbbd6ae6b89009" providerId="LiveId" clId="{712AF1E0-38CE-403E-8C05-4A6DF01D01E8}"/>
    <pc:docChg chg="undo redo custSel addSld modSld sldOrd">
      <pc:chgData name="Reni Nithya" userId="81dbbd6ae6b89009" providerId="LiveId" clId="{712AF1E0-38CE-403E-8C05-4A6DF01D01E8}" dt="2025-10-26T20:02:16.400" v="559" actId="20577"/>
      <pc:docMkLst>
        <pc:docMk/>
      </pc:docMkLst>
      <pc:sldChg chg="modSp new mod">
        <pc:chgData name="Reni Nithya" userId="81dbbd6ae6b89009" providerId="LiveId" clId="{712AF1E0-38CE-403E-8C05-4A6DF01D01E8}" dt="2025-10-26T18:37:51.734" v="3" actId="27636"/>
        <pc:sldMkLst>
          <pc:docMk/>
          <pc:sldMk cId="929971624" sldId="256"/>
        </pc:sldMkLst>
        <pc:spChg chg="mod">
          <ac:chgData name="Reni Nithya" userId="81dbbd6ae6b89009" providerId="LiveId" clId="{712AF1E0-38CE-403E-8C05-4A6DF01D01E8}" dt="2025-10-26T18:37:51.734" v="3" actId="27636"/>
          <ac:spMkLst>
            <pc:docMk/>
            <pc:sldMk cId="929971624" sldId="256"/>
            <ac:spMk id="2" creationId="{45AE2E7F-2B19-A754-999E-C381F60D90DB}"/>
          </ac:spMkLst>
        </pc:spChg>
        <pc:spChg chg="mod">
          <ac:chgData name="Reni Nithya" userId="81dbbd6ae6b89009" providerId="LiveId" clId="{712AF1E0-38CE-403E-8C05-4A6DF01D01E8}" dt="2025-10-26T18:37:38.881" v="1"/>
          <ac:spMkLst>
            <pc:docMk/>
            <pc:sldMk cId="929971624" sldId="256"/>
            <ac:spMk id="3" creationId="{9114177D-E025-642A-F9AF-ABC866956387}"/>
          </ac:spMkLst>
        </pc:spChg>
      </pc:sldChg>
      <pc:sldChg chg="modSp new mod">
        <pc:chgData name="Reni Nithya" userId="81dbbd6ae6b89009" providerId="LiveId" clId="{712AF1E0-38CE-403E-8C05-4A6DF01D01E8}" dt="2025-10-26T18:39:24.559" v="12"/>
        <pc:sldMkLst>
          <pc:docMk/>
          <pc:sldMk cId="3032381578" sldId="257"/>
        </pc:sldMkLst>
        <pc:spChg chg="mod">
          <ac:chgData name="Reni Nithya" userId="81dbbd6ae6b89009" providerId="LiveId" clId="{712AF1E0-38CE-403E-8C05-4A6DF01D01E8}" dt="2025-10-26T18:38:26.930" v="5"/>
          <ac:spMkLst>
            <pc:docMk/>
            <pc:sldMk cId="3032381578" sldId="257"/>
            <ac:spMk id="2" creationId="{A54C0A4D-9C2F-C47E-84AF-0AF1C293B619}"/>
          </ac:spMkLst>
        </pc:spChg>
        <pc:spChg chg="mod">
          <ac:chgData name="Reni Nithya" userId="81dbbd6ae6b89009" providerId="LiveId" clId="{712AF1E0-38CE-403E-8C05-4A6DF01D01E8}" dt="2025-10-26T18:39:24.559" v="12"/>
          <ac:spMkLst>
            <pc:docMk/>
            <pc:sldMk cId="3032381578" sldId="257"/>
            <ac:spMk id="3" creationId="{8B92B266-8F56-2571-46DD-458FFB532E27}"/>
          </ac:spMkLst>
        </pc:spChg>
      </pc:sldChg>
      <pc:sldChg chg="modSp new mod">
        <pc:chgData name="Reni Nithya" userId="81dbbd6ae6b89009" providerId="LiveId" clId="{712AF1E0-38CE-403E-8C05-4A6DF01D01E8}" dt="2025-10-26T18:57:27.093" v="61"/>
        <pc:sldMkLst>
          <pc:docMk/>
          <pc:sldMk cId="239626146" sldId="258"/>
        </pc:sldMkLst>
        <pc:spChg chg="mod">
          <ac:chgData name="Reni Nithya" userId="81dbbd6ae6b89009" providerId="LiveId" clId="{712AF1E0-38CE-403E-8C05-4A6DF01D01E8}" dt="2025-10-26T18:39:55.213" v="14"/>
          <ac:spMkLst>
            <pc:docMk/>
            <pc:sldMk cId="239626146" sldId="258"/>
            <ac:spMk id="2" creationId="{1C1BE6A9-C938-F960-AF68-1087A602F734}"/>
          </ac:spMkLst>
        </pc:spChg>
        <pc:spChg chg="mod">
          <ac:chgData name="Reni Nithya" userId="81dbbd6ae6b89009" providerId="LiveId" clId="{712AF1E0-38CE-403E-8C05-4A6DF01D01E8}" dt="2025-10-26T18:57:27.093" v="61"/>
          <ac:spMkLst>
            <pc:docMk/>
            <pc:sldMk cId="239626146" sldId="258"/>
            <ac:spMk id="3" creationId="{71A9F49C-90CB-65D8-E7AA-B959A8901707}"/>
          </ac:spMkLst>
        </pc:spChg>
      </pc:sldChg>
      <pc:sldChg chg="modSp new mod">
        <pc:chgData name="Reni Nithya" userId="81dbbd6ae6b89009" providerId="LiveId" clId="{712AF1E0-38CE-403E-8C05-4A6DF01D01E8}" dt="2025-10-26T19:22:51.348" v="76" actId="27636"/>
        <pc:sldMkLst>
          <pc:docMk/>
          <pc:sldMk cId="2769057607" sldId="259"/>
        </pc:sldMkLst>
        <pc:spChg chg="mod">
          <ac:chgData name="Reni Nithya" userId="81dbbd6ae6b89009" providerId="LiveId" clId="{712AF1E0-38CE-403E-8C05-4A6DF01D01E8}" dt="2025-10-26T18:57:54.812" v="63"/>
          <ac:spMkLst>
            <pc:docMk/>
            <pc:sldMk cId="2769057607" sldId="259"/>
            <ac:spMk id="2" creationId="{E008B3C6-AC7C-7AD8-8323-1A8E40E0576B}"/>
          </ac:spMkLst>
        </pc:spChg>
        <pc:spChg chg="mod">
          <ac:chgData name="Reni Nithya" userId="81dbbd6ae6b89009" providerId="LiveId" clId="{712AF1E0-38CE-403E-8C05-4A6DF01D01E8}" dt="2025-10-26T19:22:51.348" v="76" actId="27636"/>
          <ac:spMkLst>
            <pc:docMk/>
            <pc:sldMk cId="2769057607" sldId="259"/>
            <ac:spMk id="3" creationId="{D863B2F8-13A7-4FD1-1001-EEB136D913B8}"/>
          </ac:spMkLst>
        </pc:spChg>
      </pc:sldChg>
      <pc:sldChg chg="addSp delSp modSp new mod modClrScheme chgLayout">
        <pc:chgData name="Reni Nithya" userId="81dbbd6ae6b89009" providerId="LiveId" clId="{712AF1E0-38CE-403E-8C05-4A6DF01D01E8}" dt="2025-10-26T19:33:22.962" v="246" actId="27636"/>
        <pc:sldMkLst>
          <pc:docMk/>
          <pc:sldMk cId="4111524139" sldId="260"/>
        </pc:sldMkLst>
        <pc:spChg chg="del mod ord">
          <ac:chgData name="Reni Nithya" userId="81dbbd6ae6b89009" providerId="LiveId" clId="{712AF1E0-38CE-403E-8C05-4A6DF01D01E8}" dt="2025-10-26T19:25:08.985" v="103" actId="700"/>
          <ac:spMkLst>
            <pc:docMk/>
            <pc:sldMk cId="4111524139" sldId="260"/>
            <ac:spMk id="2" creationId="{2C729A78-80EB-915B-A3B9-8779625B56A8}"/>
          </ac:spMkLst>
        </pc:spChg>
        <pc:spChg chg="add del mod ord">
          <ac:chgData name="Reni Nithya" userId="81dbbd6ae6b89009" providerId="LiveId" clId="{712AF1E0-38CE-403E-8C05-4A6DF01D01E8}" dt="2025-10-26T19:25:08.985" v="103" actId="700"/>
          <ac:spMkLst>
            <pc:docMk/>
            <pc:sldMk cId="4111524139" sldId="260"/>
            <ac:spMk id="3" creationId="{E17127C5-7952-F9D6-8304-772B185DD190}"/>
          </ac:spMkLst>
        </pc:spChg>
        <pc:spChg chg="add del mod">
          <ac:chgData name="Reni Nithya" userId="81dbbd6ae6b89009" providerId="LiveId" clId="{712AF1E0-38CE-403E-8C05-4A6DF01D01E8}" dt="2025-10-26T19:24:50.658" v="100"/>
          <ac:spMkLst>
            <pc:docMk/>
            <pc:sldMk cId="4111524139" sldId="260"/>
            <ac:spMk id="4" creationId="{8985EB64-F430-C379-46F5-96CACE8654B0}"/>
          </ac:spMkLst>
        </pc:spChg>
        <pc:spChg chg="add mod">
          <ac:chgData name="Reni Nithya" userId="81dbbd6ae6b89009" providerId="LiveId" clId="{712AF1E0-38CE-403E-8C05-4A6DF01D01E8}" dt="2025-10-26T19:24:44.838" v="96" actId="478"/>
          <ac:spMkLst>
            <pc:docMk/>
            <pc:sldMk cId="4111524139" sldId="260"/>
            <ac:spMk id="7" creationId="{89C13758-82D5-F7A5-D714-69E2E9CE8275}"/>
          </ac:spMkLst>
        </pc:spChg>
        <pc:spChg chg="add del mod ord">
          <ac:chgData name="Reni Nithya" userId="81dbbd6ae6b89009" providerId="LiveId" clId="{712AF1E0-38CE-403E-8C05-4A6DF01D01E8}" dt="2025-10-26T19:33:16.134" v="242" actId="478"/>
          <ac:spMkLst>
            <pc:docMk/>
            <pc:sldMk cId="4111524139" sldId="260"/>
            <ac:spMk id="8" creationId="{E0726405-AFBC-4369-01C2-A5985D9323EF}"/>
          </ac:spMkLst>
        </pc:spChg>
        <pc:spChg chg="add del mod ord">
          <ac:chgData name="Reni Nithya" userId="81dbbd6ae6b89009" providerId="LiveId" clId="{712AF1E0-38CE-403E-8C05-4A6DF01D01E8}" dt="2025-10-26T19:25:16.875" v="104" actId="931"/>
          <ac:spMkLst>
            <pc:docMk/>
            <pc:sldMk cId="4111524139" sldId="260"/>
            <ac:spMk id="9" creationId="{F62D2694-7D1E-8458-EA80-0F81CB6E6B1B}"/>
          </ac:spMkLst>
        </pc:spChg>
        <pc:spChg chg="add del mod ord">
          <ac:chgData name="Reni Nithya" userId="81dbbd6ae6b89009" providerId="LiveId" clId="{712AF1E0-38CE-403E-8C05-4A6DF01D01E8}" dt="2025-10-26T19:32:52.844" v="151" actId="478"/>
          <ac:spMkLst>
            <pc:docMk/>
            <pc:sldMk cId="4111524139" sldId="260"/>
            <ac:spMk id="10" creationId="{692D3233-B7DB-96FB-FA6E-4898A83E51D8}"/>
          </ac:spMkLst>
        </pc:spChg>
        <pc:spChg chg="add del mod">
          <ac:chgData name="Reni Nithya" userId="81dbbd6ae6b89009" providerId="LiveId" clId="{712AF1E0-38CE-403E-8C05-4A6DF01D01E8}" dt="2025-10-26T19:31:14.148" v="137" actId="478"/>
          <ac:spMkLst>
            <pc:docMk/>
            <pc:sldMk cId="4111524139" sldId="260"/>
            <ac:spMk id="13" creationId="{41DF8023-7585-B0F6-4406-00BC376B8E24}"/>
          </ac:spMkLst>
        </pc:spChg>
        <pc:spChg chg="add del mod">
          <ac:chgData name="Reni Nithya" userId="81dbbd6ae6b89009" providerId="LiveId" clId="{712AF1E0-38CE-403E-8C05-4A6DF01D01E8}" dt="2025-10-26T19:31:56.806" v="144" actId="478"/>
          <ac:spMkLst>
            <pc:docMk/>
            <pc:sldMk cId="4111524139" sldId="260"/>
            <ac:spMk id="15" creationId="{3715EC22-72C1-1205-341A-9A81DCCEF411}"/>
          </ac:spMkLst>
        </pc:spChg>
        <pc:spChg chg="add mod">
          <ac:chgData name="Reni Nithya" userId="81dbbd6ae6b89009" providerId="LiveId" clId="{712AF1E0-38CE-403E-8C05-4A6DF01D01E8}" dt="2025-10-26T19:33:22.962" v="246" actId="27636"/>
          <ac:spMkLst>
            <pc:docMk/>
            <pc:sldMk cId="4111524139" sldId="260"/>
            <ac:spMk id="18" creationId="{77EAA6D7-4A3B-1E26-CC47-FB42371B70C1}"/>
          </ac:spMkLst>
        </pc:spChg>
        <pc:picChg chg="add del mod">
          <ac:chgData name="Reni Nithya" userId="81dbbd6ae6b89009" providerId="LiveId" clId="{712AF1E0-38CE-403E-8C05-4A6DF01D01E8}" dt="2025-10-26T19:24:50.241" v="99" actId="931"/>
          <ac:picMkLst>
            <pc:docMk/>
            <pc:sldMk cId="4111524139" sldId="260"/>
            <ac:picMk id="6" creationId="{0D715C95-8F17-280B-8328-319FC0BFA028}"/>
          </ac:picMkLst>
        </pc:picChg>
        <pc:picChg chg="add del mod">
          <ac:chgData name="Reni Nithya" userId="81dbbd6ae6b89009" providerId="LiveId" clId="{712AF1E0-38CE-403E-8C05-4A6DF01D01E8}" dt="2025-10-26T19:31:14.148" v="137" actId="478"/>
          <ac:picMkLst>
            <pc:docMk/>
            <pc:sldMk cId="4111524139" sldId="260"/>
            <ac:picMk id="12" creationId="{EC14D1EF-0F31-0426-7061-38C99E80B87F}"/>
          </ac:picMkLst>
        </pc:picChg>
        <pc:picChg chg="add mod">
          <ac:chgData name="Reni Nithya" userId="81dbbd6ae6b89009" providerId="LiveId" clId="{712AF1E0-38CE-403E-8C05-4A6DF01D01E8}" dt="2025-10-26T19:32:04.217" v="146" actId="14100"/>
          <ac:picMkLst>
            <pc:docMk/>
            <pc:sldMk cId="4111524139" sldId="260"/>
            <ac:picMk id="16" creationId="{F8D10DD5-6E19-C5A6-E056-E4652EC7CEC1}"/>
          </ac:picMkLst>
        </pc:picChg>
      </pc:sldChg>
      <pc:sldChg chg="addSp delSp modSp new mod modClrScheme chgLayout">
        <pc:chgData name="Reni Nithya" userId="81dbbd6ae6b89009" providerId="LiveId" clId="{712AF1E0-38CE-403E-8C05-4A6DF01D01E8}" dt="2025-10-26T19:35:22.082" v="271" actId="14100"/>
        <pc:sldMkLst>
          <pc:docMk/>
          <pc:sldMk cId="3365997734" sldId="261"/>
        </pc:sldMkLst>
        <pc:spChg chg="del mod ord">
          <ac:chgData name="Reni Nithya" userId="81dbbd6ae6b89009" providerId="LiveId" clId="{712AF1E0-38CE-403E-8C05-4A6DF01D01E8}" dt="2025-10-26T19:33:45.150" v="247" actId="700"/>
          <ac:spMkLst>
            <pc:docMk/>
            <pc:sldMk cId="3365997734" sldId="261"/>
            <ac:spMk id="2" creationId="{A90DB53D-8DF8-90FC-346E-EA3238B33D6E}"/>
          </ac:spMkLst>
        </pc:spChg>
        <pc:spChg chg="del mod ord">
          <ac:chgData name="Reni Nithya" userId="81dbbd6ae6b89009" providerId="LiveId" clId="{712AF1E0-38CE-403E-8C05-4A6DF01D01E8}" dt="2025-10-26T19:33:45.150" v="247" actId="700"/>
          <ac:spMkLst>
            <pc:docMk/>
            <pc:sldMk cId="3365997734" sldId="261"/>
            <ac:spMk id="3" creationId="{61DC8140-5C79-1545-9A65-24168F48FEE4}"/>
          </ac:spMkLst>
        </pc:spChg>
        <pc:spChg chg="del">
          <ac:chgData name="Reni Nithya" userId="81dbbd6ae6b89009" providerId="LiveId" clId="{712AF1E0-38CE-403E-8C05-4A6DF01D01E8}" dt="2025-10-26T19:33:45.150" v="247" actId="700"/>
          <ac:spMkLst>
            <pc:docMk/>
            <pc:sldMk cId="3365997734" sldId="261"/>
            <ac:spMk id="4" creationId="{F9A03D8B-184D-8704-2CCA-17E6D9CEF35C}"/>
          </ac:spMkLst>
        </pc:spChg>
        <pc:spChg chg="add mod">
          <ac:chgData name="Reni Nithya" userId="81dbbd6ae6b89009" providerId="LiveId" clId="{712AF1E0-38CE-403E-8C05-4A6DF01D01E8}" dt="2025-10-26T19:31:07.186" v="136" actId="164"/>
          <ac:spMkLst>
            <pc:docMk/>
            <pc:sldMk cId="3365997734" sldId="261"/>
            <ac:spMk id="6" creationId="{7BC21011-8FB0-3606-7F42-2CEF0959BDA2}"/>
          </ac:spMkLst>
        </pc:spChg>
        <pc:spChg chg="add mod ord">
          <ac:chgData name="Reni Nithya" userId="81dbbd6ae6b89009" providerId="LiveId" clId="{712AF1E0-38CE-403E-8C05-4A6DF01D01E8}" dt="2025-10-26T19:34:36.780" v="261" actId="1076"/>
          <ac:spMkLst>
            <pc:docMk/>
            <pc:sldMk cId="3365997734" sldId="261"/>
            <ac:spMk id="8" creationId="{67A8E86D-EC14-2DF1-B080-024E04AE0BF3}"/>
          </ac:spMkLst>
        </pc:spChg>
        <pc:spChg chg="add mod ord">
          <ac:chgData name="Reni Nithya" userId="81dbbd6ae6b89009" providerId="LiveId" clId="{712AF1E0-38CE-403E-8C05-4A6DF01D01E8}" dt="2025-10-26T19:35:22.082" v="271" actId="14100"/>
          <ac:spMkLst>
            <pc:docMk/>
            <pc:sldMk cId="3365997734" sldId="261"/>
            <ac:spMk id="9" creationId="{6E995CD1-1C08-4C10-AACF-22D2B32433BA}"/>
          </ac:spMkLst>
        </pc:spChg>
        <pc:grpChg chg="add del mod">
          <ac:chgData name="Reni Nithya" userId="81dbbd6ae6b89009" providerId="LiveId" clId="{712AF1E0-38CE-403E-8C05-4A6DF01D01E8}" dt="2025-10-26T19:31:45.844" v="142" actId="478"/>
          <ac:grpSpMkLst>
            <pc:docMk/>
            <pc:sldMk cId="3365997734" sldId="261"/>
            <ac:grpSpMk id="7" creationId="{0EE728D1-A95D-EFA3-0EA0-C311F67856FE}"/>
          </ac:grpSpMkLst>
        </pc:grpChg>
        <pc:picChg chg="add mod">
          <ac:chgData name="Reni Nithya" userId="81dbbd6ae6b89009" providerId="LiveId" clId="{712AF1E0-38CE-403E-8C05-4A6DF01D01E8}" dt="2025-10-26T19:31:07.186" v="136" actId="164"/>
          <ac:picMkLst>
            <pc:docMk/>
            <pc:sldMk cId="3365997734" sldId="261"/>
            <ac:picMk id="5" creationId="{0BB3905A-1578-E7B3-DA60-3D1AE5BF418B}"/>
          </ac:picMkLst>
        </pc:picChg>
      </pc:sldChg>
      <pc:sldChg chg="addSp delSp modSp new mod modClrScheme chgLayout">
        <pc:chgData name="Reni Nithya" userId="81dbbd6ae6b89009" providerId="LiveId" clId="{712AF1E0-38CE-403E-8C05-4A6DF01D01E8}" dt="2025-10-26T19:51:33.673" v="436" actId="1076"/>
        <pc:sldMkLst>
          <pc:docMk/>
          <pc:sldMk cId="857831879" sldId="262"/>
        </pc:sldMkLst>
        <pc:spChg chg="add del mod ord">
          <ac:chgData name="Reni Nithya" userId="81dbbd6ae6b89009" providerId="LiveId" clId="{712AF1E0-38CE-403E-8C05-4A6DF01D01E8}" dt="2025-10-26T19:36:21.851" v="281" actId="700"/>
          <ac:spMkLst>
            <pc:docMk/>
            <pc:sldMk cId="857831879" sldId="262"/>
            <ac:spMk id="2" creationId="{A25698EE-4943-4196-BE58-475535E1A229}"/>
          </ac:spMkLst>
        </pc:spChg>
        <pc:spChg chg="add del mod ord">
          <ac:chgData name="Reni Nithya" userId="81dbbd6ae6b89009" providerId="LiveId" clId="{712AF1E0-38CE-403E-8C05-4A6DF01D01E8}" dt="2025-10-26T19:36:21.851" v="281" actId="700"/>
          <ac:spMkLst>
            <pc:docMk/>
            <pc:sldMk cId="857831879" sldId="262"/>
            <ac:spMk id="3" creationId="{E8659E52-5C14-5337-350E-D5DBFDE2FF0E}"/>
          </ac:spMkLst>
        </pc:spChg>
        <pc:spChg chg="add del mod ord">
          <ac:chgData name="Reni Nithya" userId="81dbbd6ae6b89009" providerId="LiveId" clId="{712AF1E0-38CE-403E-8C05-4A6DF01D01E8}" dt="2025-10-26T19:36:12.509" v="280" actId="700"/>
          <ac:spMkLst>
            <pc:docMk/>
            <pc:sldMk cId="857831879" sldId="262"/>
            <ac:spMk id="4" creationId="{D31F7F62-67FE-3F3F-864E-3B56F684A6A0}"/>
          </ac:spMkLst>
        </pc:spChg>
        <pc:spChg chg="add del mod ord">
          <ac:chgData name="Reni Nithya" userId="81dbbd6ae6b89009" providerId="LiveId" clId="{712AF1E0-38CE-403E-8C05-4A6DF01D01E8}" dt="2025-10-26T19:36:12.509" v="280" actId="700"/>
          <ac:spMkLst>
            <pc:docMk/>
            <pc:sldMk cId="857831879" sldId="262"/>
            <ac:spMk id="5" creationId="{29129730-8422-DE4C-A94B-EC78CED154C8}"/>
          </ac:spMkLst>
        </pc:spChg>
        <pc:spChg chg="add del mod ord">
          <ac:chgData name="Reni Nithya" userId="81dbbd6ae6b89009" providerId="LiveId" clId="{712AF1E0-38CE-403E-8C05-4A6DF01D01E8}" dt="2025-10-26T19:36:12.509" v="280" actId="700"/>
          <ac:spMkLst>
            <pc:docMk/>
            <pc:sldMk cId="857831879" sldId="262"/>
            <ac:spMk id="6" creationId="{09A46880-9817-9E9C-FFBA-69B31A9E6CBD}"/>
          </ac:spMkLst>
        </pc:spChg>
        <pc:spChg chg="add mod ord">
          <ac:chgData name="Reni Nithya" userId="81dbbd6ae6b89009" providerId="LiveId" clId="{712AF1E0-38CE-403E-8C05-4A6DF01D01E8}" dt="2025-10-26T19:36:27.604" v="284" actId="14100"/>
          <ac:spMkLst>
            <pc:docMk/>
            <pc:sldMk cId="857831879" sldId="262"/>
            <ac:spMk id="7" creationId="{3602A0F4-17E7-431D-2595-E4539A05E5FB}"/>
          </ac:spMkLst>
        </pc:spChg>
        <pc:spChg chg="add del mod ord">
          <ac:chgData name="Reni Nithya" userId="81dbbd6ae6b89009" providerId="LiveId" clId="{712AF1E0-38CE-403E-8C05-4A6DF01D01E8}" dt="2025-10-26T19:36:46.039" v="288" actId="931"/>
          <ac:spMkLst>
            <pc:docMk/>
            <pc:sldMk cId="857831879" sldId="262"/>
            <ac:spMk id="8" creationId="{BA1B4276-83D9-48F2-12DC-906023CC1465}"/>
          </ac:spMkLst>
        </pc:spChg>
        <pc:spChg chg="add del mod ord">
          <ac:chgData name="Reni Nithya" userId="81dbbd6ae6b89009" providerId="LiveId" clId="{712AF1E0-38CE-403E-8C05-4A6DF01D01E8}" dt="2025-10-26T19:36:30.307" v="285" actId="478"/>
          <ac:spMkLst>
            <pc:docMk/>
            <pc:sldMk cId="857831879" sldId="262"/>
            <ac:spMk id="9" creationId="{BD4377CF-5B29-2A74-DAB1-72A4E7A94CBE}"/>
          </ac:spMkLst>
        </pc:spChg>
        <pc:spChg chg="add del mod">
          <ac:chgData name="Reni Nithya" userId="81dbbd6ae6b89009" providerId="LiveId" clId="{712AF1E0-38CE-403E-8C05-4A6DF01D01E8}" dt="2025-10-26T19:37:40.082" v="299" actId="478"/>
          <ac:spMkLst>
            <pc:docMk/>
            <pc:sldMk cId="857831879" sldId="262"/>
            <ac:spMk id="12" creationId="{65774F9F-97F2-7A0F-C1D4-54BC01DF2132}"/>
          </ac:spMkLst>
        </pc:spChg>
        <pc:spChg chg="add del mod">
          <ac:chgData name="Reni Nithya" userId="81dbbd6ae6b89009" providerId="LiveId" clId="{712AF1E0-38CE-403E-8C05-4A6DF01D01E8}" dt="2025-10-26T19:37:44.881" v="301" actId="478"/>
          <ac:spMkLst>
            <pc:docMk/>
            <pc:sldMk cId="857831879" sldId="262"/>
            <ac:spMk id="14" creationId="{E471C546-BF7F-EF8D-D1F2-3C67F1147F22}"/>
          </ac:spMkLst>
        </pc:spChg>
        <pc:spChg chg="mod">
          <ac:chgData name="Reni Nithya" userId="81dbbd6ae6b89009" providerId="LiveId" clId="{712AF1E0-38CE-403E-8C05-4A6DF01D01E8}" dt="2025-10-26T19:37:41.787" v="300"/>
          <ac:spMkLst>
            <pc:docMk/>
            <pc:sldMk cId="857831879" sldId="262"/>
            <ac:spMk id="17" creationId="{C9DF7268-960F-8A1A-E3FC-E01F82C02589}"/>
          </ac:spMkLst>
        </pc:spChg>
        <pc:grpChg chg="add del mod">
          <ac:chgData name="Reni Nithya" userId="81dbbd6ae6b89009" providerId="LiveId" clId="{712AF1E0-38CE-403E-8C05-4A6DF01D01E8}" dt="2025-10-26T19:51:27.658" v="434" actId="21"/>
          <ac:grpSpMkLst>
            <pc:docMk/>
            <pc:sldMk cId="857831879" sldId="262"/>
            <ac:grpSpMk id="15" creationId="{82B65120-F7AB-B04B-14EF-BCB990975944}"/>
          </ac:grpSpMkLst>
        </pc:grpChg>
        <pc:picChg chg="add del mod">
          <ac:chgData name="Reni Nithya" userId="81dbbd6ae6b89009" providerId="LiveId" clId="{712AF1E0-38CE-403E-8C05-4A6DF01D01E8}" dt="2025-10-26T19:37:40.082" v="299" actId="478"/>
          <ac:picMkLst>
            <pc:docMk/>
            <pc:sldMk cId="857831879" sldId="262"/>
            <ac:picMk id="11" creationId="{B56F0422-E580-4A24-A56E-F79A422EC06D}"/>
          </ac:picMkLst>
        </pc:picChg>
        <pc:picChg chg="mod">
          <ac:chgData name="Reni Nithya" userId="81dbbd6ae6b89009" providerId="LiveId" clId="{712AF1E0-38CE-403E-8C05-4A6DF01D01E8}" dt="2025-10-26T19:37:41.787" v="300"/>
          <ac:picMkLst>
            <pc:docMk/>
            <pc:sldMk cId="857831879" sldId="262"/>
            <ac:picMk id="16" creationId="{D0505513-0457-1563-80A7-DD9B78A7AFEB}"/>
          </ac:picMkLst>
        </pc:picChg>
        <pc:picChg chg="add mod">
          <ac:chgData name="Reni Nithya" userId="81dbbd6ae6b89009" providerId="LiveId" clId="{712AF1E0-38CE-403E-8C05-4A6DF01D01E8}" dt="2025-10-26T19:51:33.673" v="436" actId="1076"/>
          <ac:picMkLst>
            <pc:docMk/>
            <pc:sldMk cId="857831879" sldId="262"/>
            <ac:picMk id="18" creationId="{051F1E07-C741-3682-2025-C85F15AB2755}"/>
          </ac:picMkLst>
        </pc:picChg>
      </pc:sldChg>
      <pc:sldChg chg="addSp delSp modSp new mod modClrScheme chgLayout">
        <pc:chgData name="Reni Nithya" userId="81dbbd6ae6b89009" providerId="LiveId" clId="{712AF1E0-38CE-403E-8C05-4A6DF01D01E8}" dt="2025-10-26T19:39:27.526" v="316" actId="12"/>
        <pc:sldMkLst>
          <pc:docMk/>
          <pc:sldMk cId="3548732524" sldId="263"/>
        </pc:sldMkLst>
        <pc:spChg chg="del mod ord">
          <ac:chgData name="Reni Nithya" userId="81dbbd6ae6b89009" providerId="LiveId" clId="{712AF1E0-38CE-403E-8C05-4A6DF01D01E8}" dt="2025-10-26T19:38:35.607" v="307" actId="700"/>
          <ac:spMkLst>
            <pc:docMk/>
            <pc:sldMk cId="3548732524" sldId="263"/>
            <ac:spMk id="2" creationId="{5A3FEBF2-7F8C-12D7-0012-554CAFFF2E48}"/>
          </ac:spMkLst>
        </pc:spChg>
        <pc:spChg chg="del">
          <ac:chgData name="Reni Nithya" userId="81dbbd6ae6b89009" providerId="LiveId" clId="{712AF1E0-38CE-403E-8C05-4A6DF01D01E8}" dt="2025-10-26T19:38:35.607" v="307" actId="700"/>
          <ac:spMkLst>
            <pc:docMk/>
            <pc:sldMk cId="3548732524" sldId="263"/>
            <ac:spMk id="3" creationId="{D404822D-F8F1-A92F-BA2C-145D10EE7BC0}"/>
          </ac:spMkLst>
        </pc:spChg>
        <pc:spChg chg="del mod ord">
          <ac:chgData name="Reni Nithya" userId="81dbbd6ae6b89009" providerId="LiveId" clId="{712AF1E0-38CE-403E-8C05-4A6DF01D01E8}" dt="2025-10-26T19:38:35.607" v="307" actId="700"/>
          <ac:spMkLst>
            <pc:docMk/>
            <pc:sldMk cId="3548732524" sldId="263"/>
            <ac:spMk id="4" creationId="{94183768-A006-91E9-5BF4-C4550EDA0D6F}"/>
          </ac:spMkLst>
        </pc:spChg>
        <pc:spChg chg="add mod">
          <ac:chgData name="Reni Nithya" userId="81dbbd6ae6b89009" providerId="LiveId" clId="{712AF1E0-38CE-403E-8C05-4A6DF01D01E8}" dt="2025-10-26T19:37:32.508" v="297" actId="164"/>
          <ac:spMkLst>
            <pc:docMk/>
            <pc:sldMk cId="3548732524" sldId="263"/>
            <ac:spMk id="6" creationId="{C9DF7268-960F-8A1A-E3FC-E01F82C02589}"/>
          </ac:spMkLst>
        </pc:spChg>
        <pc:spChg chg="add del mod ord">
          <ac:chgData name="Reni Nithya" userId="81dbbd6ae6b89009" providerId="LiveId" clId="{712AF1E0-38CE-403E-8C05-4A6DF01D01E8}" dt="2025-10-26T19:38:40.378" v="308" actId="700"/>
          <ac:spMkLst>
            <pc:docMk/>
            <pc:sldMk cId="3548732524" sldId="263"/>
            <ac:spMk id="8" creationId="{0A66E517-3E91-B774-77A8-B1BF88E58ACF}"/>
          </ac:spMkLst>
        </pc:spChg>
        <pc:spChg chg="add del mod ord">
          <ac:chgData name="Reni Nithya" userId="81dbbd6ae6b89009" providerId="LiveId" clId="{712AF1E0-38CE-403E-8C05-4A6DF01D01E8}" dt="2025-10-26T19:38:40.378" v="308" actId="700"/>
          <ac:spMkLst>
            <pc:docMk/>
            <pc:sldMk cId="3548732524" sldId="263"/>
            <ac:spMk id="9" creationId="{6A28E1D5-0BC0-8ECB-259E-5A0D3675006C}"/>
          </ac:spMkLst>
        </pc:spChg>
        <pc:spChg chg="add mod ord">
          <ac:chgData name="Reni Nithya" userId="81dbbd6ae6b89009" providerId="LiveId" clId="{712AF1E0-38CE-403E-8C05-4A6DF01D01E8}" dt="2025-10-26T19:38:41.977" v="309"/>
          <ac:spMkLst>
            <pc:docMk/>
            <pc:sldMk cId="3548732524" sldId="263"/>
            <ac:spMk id="10" creationId="{F59AB697-E4C6-5705-CD9A-3773FE696132}"/>
          </ac:spMkLst>
        </pc:spChg>
        <pc:spChg chg="add del mod ord">
          <ac:chgData name="Reni Nithya" userId="81dbbd6ae6b89009" providerId="LiveId" clId="{712AF1E0-38CE-403E-8C05-4A6DF01D01E8}" dt="2025-10-26T19:39:27.526" v="316" actId="12"/>
          <ac:spMkLst>
            <pc:docMk/>
            <pc:sldMk cId="3548732524" sldId="263"/>
            <ac:spMk id="11" creationId="{4A6492AB-41D5-1F58-CDED-1483905E8908}"/>
          </ac:spMkLst>
        </pc:spChg>
        <pc:spChg chg="add mod">
          <ac:chgData name="Reni Nithya" userId="81dbbd6ae6b89009" providerId="LiveId" clId="{712AF1E0-38CE-403E-8C05-4A6DF01D01E8}" dt="2025-10-26T19:38:51.119" v="311"/>
          <ac:spMkLst>
            <pc:docMk/>
            <pc:sldMk cId="3548732524" sldId="263"/>
            <ac:spMk id="12" creationId="{63DE49B0-175B-B34B-163E-E8AF1362108A}"/>
          </ac:spMkLst>
        </pc:spChg>
        <pc:grpChg chg="add del mod">
          <ac:chgData name="Reni Nithya" userId="81dbbd6ae6b89009" providerId="LiveId" clId="{712AF1E0-38CE-403E-8C05-4A6DF01D01E8}" dt="2025-10-26T19:37:35.365" v="298" actId="21"/>
          <ac:grpSpMkLst>
            <pc:docMk/>
            <pc:sldMk cId="3548732524" sldId="263"/>
            <ac:grpSpMk id="7" creationId="{82B65120-F7AB-B04B-14EF-BCB990975944}"/>
          </ac:grpSpMkLst>
        </pc:grpChg>
        <pc:picChg chg="add mod">
          <ac:chgData name="Reni Nithya" userId="81dbbd6ae6b89009" providerId="LiveId" clId="{712AF1E0-38CE-403E-8C05-4A6DF01D01E8}" dt="2025-10-26T19:37:32.508" v="297" actId="164"/>
          <ac:picMkLst>
            <pc:docMk/>
            <pc:sldMk cId="3548732524" sldId="263"/>
            <ac:picMk id="5" creationId="{D0505513-0457-1563-80A7-DD9B78A7AFEB}"/>
          </ac:picMkLst>
        </pc:picChg>
      </pc:sldChg>
      <pc:sldChg chg="addSp delSp modSp new mod">
        <pc:chgData name="Reni Nithya" userId="81dbbd6ae6b89009" providerId="LiveId" clId="{712AF1E0-38CE-403E-8C05-4A6DF01D01E8}" dt="2025-10-26T19:40:59.512" v="333"/>
        <pc:sldMkLst>
          <pc:docMk/>
          <pc:sldMk cId="43007256" sldId="264"/>
        </pc:sldMkLst>
        <pc:spChg chg="mod">
          <ac:chgData name="Reni Nithya" userId="81dbbd6ae6b89009" providerId="LiveId" clId="{712AF1E0-38CE-403E-8C05-4A6DF01D01E8}" dt="2025-10-26T19:40:11.511" v="318"/>
          <ac:spMkLst>
            <pc:docMk/>
            <pc:sldMk cId="43007256" sldId="264"/>
            <ac:spMk id="2" creationId="{02BE01E4-B21D-5823-7D84-6AE0F05FA4B3}"/>
          </ac:spMkLst>
        </pc:spChg>
        <pc:spChg chg="add del mod">
          <ac:chgData name="Reni Nithya" userId="81dbbd6ae6b89009" providerId="LiveId" clId="{712AF1E0-38CE-403E-8C05-4A6DF01D01E8}" dt="2025-10-26T19:40:59.512" v="333"/>
          <ac:spMkLst>
            <pc:docMk/>
            <pc:sldMk cId="43007256" sldId="264"/>
            <ac:spMk id="3" creationId="{75744FBB-4845-1670-5715-D283AFDECD39}"/>
          </ac:spMkLst>
        </pc:spChg>
        <pc:spChg chg="add mod">
          <ac:chgData name="Reni Nithya" userId="81dbbd6ae6b89009" providerId="LiveId" clId="{712AF1E0-38CE-403E-8C05-4A6DF01D01E8}" dt="2025-10-26T19:40:24.375" v="320"/>
          <ac:spMkLst>
            <pc:docMk/>
            <pc:sldMk cId="43007256" sldId="264"/>
            <ac:spMk id="4" creationId="{4EC8F157-5CB2-17BE-29C7-DFC81EEE15E3}"/>
          </ac:spMkLst>
        </pc:spChg>
        <pc:spChg chg="add mod">
          <ac:chgData name="Reni Nithya" userId="81dbbd6ae6b89009" providerId="LiveId" clId="{712AF1E0-38CE-403E-8C05-4A6DF01D01E8}" dt="2025-10-26T19:40:27.293" v="322"/>
          <ac:spMkLst>
            <pc:docMk/>
            <pc:sldMk cId="43007256" sldId="264"/>
            <ac:spMk id="5" creationId="{0877952B-898F-2CF2-7782-7405750D8295}"/>
          </ac:spMkLst>
        </pc:spChg>
        <pc:spChg chg="add mod">
          <ac:chgData name="Reni Nithya" userId="81dbbd6ae6b89009" providerId="LiveId" clId="{712AF1E0-38CE-403E-8C05-4A6DF01D01E8}" dt="2025-10-26T19:40:30.770" v="325"/>
          <ac:spMkLst>
            <pc:docMk/>
            <pc:sldMk cId="43007256" sldId="264"/>
            <ac:spMk id="6" creationId="{F3DB8093-D5AA-0E85-04A4-2D479237E171}"/>
          </ac:spMkLst>
        </pc:spChg>
      </pc:sldChg>
      <pc:sldChg chg="addSp delSp modSp new mod modClrScheme chgLayout">
        <pc:chgData name="Reni Nithya" userId="81dbbd6ae6b89009" providerId="LiveId" clId="{712AF1E0-38CE-403E-8C05-4A6DF01D01E8}" dt="2025-10-26T19:51:49.612" v="439" actId="1076"/>
        <pc:sldMkLst>
          <pc:docMk/>
          <pc:sldMk cId="4116173213" sldId="265"/>
        </pc:sldMkLst>
        <pc:spChg chg="del mod ord">
          <ac:chgData name="Reni Nithya" userId="81dbbd6ae6b89009" providerId="LiveId" clId="{712AF1E0-38CE-403E-8C05-4A6DF01D01E8}" dt="2025-10-26T19:41:36.370" v="335" actId="700"/>
          <ac:spMkLst>
            <pc:docMk/>
            <pc:sldMk cId="4116173213" sldId="265"/>
            <ac:spMk id="2" creationId="{DE265B19-9C1C-9245-023E-8B1C17A39AF4}"/>
          </ac:spMkLst>
        </pc:spChg>
        <pc:spChg chg="del mod ord">
          <ac:chgData name="Reni Nithya" userId="81dbbd6ae6b89009" providerId="LiveId" clId="{712AF1E0-38CE-403E-8C05-4A6DF01D01E8}" dt="2025-10-26T19:41:36.370" v="335" actId="700"/>
          <ac:spMkLst>
            <pc:docMk/>
            <pc:sldMk cId="4116173213" sldId="265"/>
            <ac:spMk id="3" creationId="{7406EBC6-30F2-AD71-4955-8AADEBA03356}"/>
          </ac:spMkLst>
        </pc:spChg>
        <pc:spChg chg="add mod ord">
          <ac:chgData name="Reni Nithya" userId="81dbbd6ae6b89009" providerId="LiveId" clId="{712AF1E0-38CE-403E-8C05-4A6DF01D01E8}" dt="2025-10-26T19:41:41.833" v="336"/>
          <ac:spMkLst>
            <pc:docMk/>
            <pc:sldMk cId="4116173213" sldId="265"/>
            <ac:spMk id="4" creationId="{899C43C5-48D5-151B-B6D1-A2656DFA60E3}"/>
          </ac:spMkLst>
        </pc:spChg>
        <pc:spChg chg="add del mod ord">
          <ac:chgData name="Reni Nithya" userId="81dbbd6ae6b89009" providerId="LiveId" clId="{712AF1E0-38CE-403E-8C05-4A6DF01D01E8}" dt="2025-10-26T19:41:58.135" v="337" actId="931"/>
          <ac:spMkLst>
            <pc:docMk/>
            <pc:sldMk cId="4116173213" sldId="265"/>
            <ac:spMk id="5" creationId="{DBB1AA95-1A03-067A-FD3A-EB8BFEAD255A}"/>
          </ac:spMkLst>
        </pc:spChg>
        <pc:spChg chg="add del mod ord">
          <ac:chgData name="Reni Nithya" userId="81dbbd6ae6b89009" providerId="LiveId" clId="{712AF1E0-38CE-403E-8C05-4A6DF01D01E8}" dt="2025-10-26T19:45:44.783" v="402" actId="5793"/>
          <ac:spMkLst>
            <pc:docMk/>
            <pc:sldMk cId="4116173213" sldId="265"/>
            <ac:spMk id="6" creationId="{92EB51AC-61F3-64AD-0A7B-5264FF8ADC32}"/>
          </ac:spMkLst>
        </pc:spChg>
        <pc:spChg chg="add del mod">
          <ac:chgData name="Reni Nithya" userId="81dbbd6ae6b89009" providerId="LiveId" clId="{712AF1E0-38CE-403E-8C05-4A6DF01D01E8}" dt="2025-10-26T19:42:45.532" v="346" actId="21"/>
          <ac:spMkLst>
            <pc:docMk/>
            <pc:sldMk cId="4116173213" sldId="265"/>
            <ac:spMk id="9" creationId="{8DD761DD-DC05-DC4E-2859-B85406F6C099}"/>
          </ac:spMkLst>
        </pc:spChg>
        <pc:spChg chg="add del mod">
          <ac:chgData name="Reni Nithya" userId="81dbbd6ae6b89009" providerId="LiveId" clId="{712AF1E0-38CE-403E-8C05-4A6DF01D01E8}" dt="2025-10-26T19:42:55.489" v="349" actId="478"/>
          <ac:spMkLst>
            <pc:docMk/>
            <pc:sldMk cId="4116173213" sldId="265"/>
            <ac:spMk id="11" creationId="{1A723B17-961C-BC26-1210-C728CD648518}"/>
          </ac:spMkLst>
        </pc:spChg>
        <pc:spChg chg="add mod">
          <ac:chgData name="Reni Nithya" userId="81dbbd6ae6b89009" providerId="LiveId" clId="{712AF1E0-38CE-403E-8C05-4A6DF01D01E8}" dt="2025-10-26T19:42:51.924" v="348" actId="164"/>
          <ac:spMkLst>
            <pc:docMk/>
            <pc:sldMk cId="4116173213" sldId="265"/>
            <ac:spMk id="13" creationId="{8DD761DD-DC05-DC4E-2859-B85406F6C099}"/>
          </ac:spMkLst>
        </pc:spChg>
        <pc:spChg chg="add mod">
          <ac:chgData name="Reni Nithya" userId="81dbbd6ae6b89009" providerId="LiveId" clId="{712AF1E0-38CE-403E-8C05-4A6DF01D01E8}" dt="2025-10-26T19:43:30.286" v="353"/>
          <ac:spMkLst>
            <pc:docMk/>
            <pc:sldMk cId="4116173213" sldId="265"/>
            <ac:spMk id="15" creationId="{082726B5-D0AF-EB5A-DAA0-652525676C09}"/>
          </ac:spMkLst>
        </pc:spChg>
        <pc:spChg chg="add">
          <ac:chgData name="Reni Nithya" userId="81dbbd6ae6b89009" providerId="LiveId" clId="{712AF1E0-38CE-403E-8C05-4A6DF01D01E8}" dt="2025-10-26T19:43:49.247" v="356"/>
          <ac:spMkLst>
            <pc:docMk/>
            <pc:sldMk cId="4116173213" sldId="265"/>
            <ac:spMk id="16" creationId="{08128BED-4586-F0A3-177F-6D4C1CC00D73}"/>
          </ac:spMkLst>
        </pc:spChg>
        <pc:spChg chg="add mod">
          <ac:chgData name="Reni Nithya" userId="81dbbd6ae6b89009" providerId="LiveId" clId="{712AF1E0-38CE-403E-8C05-4A6DF01D01E8}" dt="2025-10-26T19:44:01.460" v="358" actId="14100"/>
          <ac:spMkLst>
            <pc:docMk/>
            <pc:sldMk cId="4116173213" sldId="265"/>
            <ac:spMk id="17" creationId="{9B1AE85D-158C-D937-119E-EB325006FC75}"/>
          </ac:spMkLst>
        </pc:spChg>
        <pc:spChg chg="add">
          <ac:chgData name="Reni Nithya" userId="81dbbd6ae6b89009" providerId="LiveId" clId="{712AF1E0-38CE-403E-8C05-4A6DF01D01E8}" dt="2025-10-26T19:44:09.434" v="362"/>
          <ac:spMkLst>
            <pc:docMk/>
            <pc:sldMk cId="4116173213" sldId="265"/>
            <ac:spMk id="18" creationId="{71B1417F-0E9A-B69C-AE21-C307DD78FD80}"/>
          </ac:spMkLst>
        </pc:spChg>
        <pc:spChg chg="add">
          <ac:chgData name="Reni Nithya" userId="81dbbd6ae6b89009" providerId="LiveId" clId="{712AF1E0-38CE-403E-8C05-4A6DF01D01E8}" dt="2025-10-26T19:44:13.225" v="363"/>
          <ac:spMkLst>
            <pc:docMk/>
            <pc:sldMk cId="4116173213" sldId="265"/>
            <ac:spMk id="19" creationId="{8C6B773E-63ED-C1C8-3133-B4287A5BCAC7}"/>
          </ac:spMkLst>
        </pc:spChg>
        <pc:spChg chg="add mod">
          <ac:chgData name="Reni Nithya" userId="81dbbd6ae6b89009" providerId="LiveId" clId="{712AF1E0-38CE-403E-8C05-4A6DF01D01E8}" dt="2025-10-26T19:44:30.526" v="372"/>
          <ac:spMkLst>
            <pc:docMk/>
            <pc:sldMk cId="4116173213" sldId="265"/>
            <ac:spMk id="20" creationId="{6D09AFAE-D990-6793-1C40-C8649537BF35}"/>
          </ac:spMkLst>
        </pc:spChg>
        <pc:spChg chg="add mod">
          <ac:chgData name="Reni Nithya" userId="81dbbd6ae6b89009" providerId="LiveId" clId="{712AF1E0-38CE-403E-8C05-4A6DF01D01E8}" dt="2025-10-26T19:44:30.081" v="371"/>
          <ac:spMkLst>
            <pc:docMk/>
            <pc:sldMk cId="4116173213" sldId="265"/>
            <ac:spMk id="21" creationId="{50E9AF38-905F-2567-8D99-DC0C39E8BC00}"/>
          </ac:spMkLst>
        </pc:spChg>
        <pc:spChg chg="add del mod">
          <ac:chgData name="Reni Nithya" userId="81dbbd6ae6b89009" providerId="LiveId" clId="{712AF1E0-38CE-403E-8C05-4A6DF01D01E8}" dt="2025-10-26T19:44:45.376" v="377" actId="478"/>
          <ac:spMkLst>
            <pc:docMk/>
            <pc:sldMk cId="4116173213" sldId="265"/>
            <ac:spMk id="22" creationId="{8E6347FB-0996-196A-8879-1296C8F80C00}"/>
          </ac:spMkLst>
        </pc:spChg>
        <pc:grpChg chg="add del mod">
          <ac:chgData name="Reni Nithya" userId="81dbbd6ae6b89009" providerId="LiveId" clId="{712AF1E0-38CE-403E-8C05-4A6DF01D01E8}" dt="2025-10-26T19:51:43.070" v="437" actId="21"/>
          <ac:grpSpMkLst>
            <pc:docMk/>
            <pc:sldMk cId="4116173213" sldId="265"/>
            <ac:grpSpMk id="14" creationId="{1C08DAE4-3A7F-CE96-828A-022F7EF7945B}"/>
          </ac:grpSpMkLst>
        </pc:grpChg>
        <pc:picChg chg="add del mod">
          <ac:chgData name="Reni Nithya" userId="81dbbd6ae6b89009" providerId="LiveId" clId="{712AF1E0-38CE-403E-8C05-4A6DF01D01E8}" dt="2025-10-26T19:42:45.532" v="346" actId="21"/>
          <ac:picMkLst>
            <pc:docMk/>
            <pc:sldMk cId="4116173213" sldId="265"/>
            <ac:picMk id="8" creationId="{0B904847-80AC-64AD-2420-B19CC09235FD}"/>
          </ac:picMkLst>
        </pc:picChg>
        <pc:picChg chg="add mod">
          <ac:chgData name="Reni Nithya" userId="81dbbd6ae6b89009" providerId="LiveId" clId="{712AF1E0-38CE-403E-8C05-4A6DF01D01E8}" dt="2025-10-26T19:42:51.924" v="348" actId="164"/>
          <ac:picMkLst>
            <pc:docMk/>
            <pc:sldMk cId="4116173213" sldId="265"/>
            <ac:picMk id="12" creationId="{0B904847-80AC-64AD-2420-B19CC09235FD}"/>
          </ac:picMkLst>
        </pc:picChg>
        <pc:picChg chg="add mod">
          <ac:chgData name="Reni Nithya" userId="81dbbd6ae6b89009" providerId="LiveId" clId="{712AF1E0-38CE-403E-8C05-4A6DF01D01E8}" dt="2025-10-26T19:51:49.612" v="439" actId="1076"/>
          <ac:picMkLst>
            <pc:docMk/>
            <pc:sldMk cId="4116173213" sldId="265"/>
            <ac:picMk id="23" creationId="{A999D34C-6D61-0ED9-4C54-20FB36161020}"/>
          </ac:picMkLst>
        </pc:picChg>
      </pc:sldChg>
      <pc:sldChg chg="addSp delSp modSp new mod">
        <pc:chgData name="Reni Nithya" userId="81dbbd6ae6b89009" providerId="LiveId" clId="{712AF1E0-38CE-403E-8C05-4A6DF01D01E8}" dt="2025-10-26T19:52:54.968" v="451" actId="1076"/>
        <pc:sldMkLst>
          <pc:docMk/>
          <pc:sldMk cId="209386045" sldId="266"/>
        </pc:sldMkLst>
        <pc:spChg chg="mod">
          <ac:chgData name="Reni Nithya" userId="81dbbd6ae6b89009" providerId="LiveId" clId="{712AF1E0-38CE-403E-8C05-4A6DF01D01E8}" dt="2025-10-26T19:49:02.776" v="419" actId="1076"/>
          <ac:spMkLst>
            <pc:docMk/>
            <pc:sldMk cId="209386045" sldId="266"/>
            <ac:spMk id="2" creationId="{897E0B64-93E5-F065-0282-8FD5E39DC16C}"/>
          </ac:spMkLst>
        </pc:spChg>
        <pc:spChg chg="del">
          <ac:chgData name="Reni Nithya" userId="81dbbd6ae6b89009" providerId="LiveId" clId="{712AF1E0-38CE-403E-8C05-4A6DF01D01E8}" dt="2025-10-26T19:50:25.273" v="427" actId="931"/>
          <ac:spMkLst>
            <pc:docMk/>
            <pc:sldMk cId="209386045" sldId="266"/>
            <ac:spMk id="3" creationId="{5362014F-C089-D940-453A-8F48BD0144A1}"/>
          </ac:spMkLst>
        </pc:spChg>
        <pc:spChg chg="mod">
          <ac:chgData name="Reni Nithya" userId="81dbbd6ae6b89009" providerId="LiveId" clId="{712AF1E0-38CE-403E-8C05-4A6DF01D01E8}" dt="2025-10-26T19:49:21.971" v="426" actId="27636"/>
          <ac:spMkLst>
            <pc:docMk/>
            <pc:sldMk cId="209386045" sldId="266"/>
            <ac:spMk id="4" creationId="{2951F203-4FFC-B32B-2B1D-4C1F9D433326}"/>
          </ac:spMkLst>
        </pc:spChg>
        <pc:spChg chg="add">
          <ac:chgData name="Reni Nithya" userId="81dbbd6ae6b89009" providerId="LiveId" clId="{712AF1E0-38CE-403E-8C05-4A6DF01D01E8}" dt="2025-10-26T19:48:34.024" v="410"/>
          <ac:spMkLst>
            <pc:docMk/>
            <pc:sldMk cId="209386045" sldId="266"/>
            <ac:spMk id="5" creationId="{D8277D94-4028-B436-824C-815EAF5184F6}"/>
          </ac:spMkLst>
        </pc:spChg>
        <pc:spChg chg="add">
          <ac:chgData name="Reni Nithya" userId="81dbbd6ae6b89009" providerId="LiveId" clId="{712AF1E0-38CE-403E-8C05-4A6DF01D01E8}" dt="2025-10-26T19:48:36.833" v="411"/>
          <ac:spMkLst>
            <pc:docMk/>
            <pc:sldMk cId="209386045" sldId="266"/>
            <ac:spMk id="6" creationId="{18333957-7A57-8A75-CACF-526BCF9AD893}"/>
          </ac:spMkLst>
        </pc:spChg>
        <pc:spChg chg="add del mod">
          <ac:chgData name="Reni Nithya" userId="81dbbd6ae6b89009" providerId="LiveId" clId="{712AF1E0-38CE-403E-8C05-4A6DF01D01E8}" dt="2025-10-26T19:50:49.356" v="433"/>
          <ac:spMkLst>
            <pc:docMk/>
            <pc:sldMk cId="209386045" sldId="266"/>
            <ac:spMk id="10" creationId="{279335B2-FDC9-6918-2DB1-EA7DDCE94570}"/>
          </ac:spMkLst>
        </pc:spChg>
        <pc:spChg chg="add del mod">
          <ac:chgData name="Reni Nithya" userId="81dbbd6ae6b89009" providerId="LiveId" clId="{712AF1E0-38CE-403E-8C05-4A6DF01D01E8}" dt="2025-10-26T19:52:48.845" v="449" actId="478"/>
          <ac:spMkLst>
            <pc:docMk/>
            <pc:sldMk cId="209386045" sldId="266"/>
            <ac:spMk id="13" creationId="{53E097B6-129D-883C-2D36-4B439F9071CA}"/>
          </ac:spMkLst>
        </pc:spChg>
        <pc:picChg chg="add del mod modCrop">
          <ac:chgData name="Reni Nithya" userId="81dbbd6ae6b89009" providerId="LiveId" clId="{712AF1E0-38CE-403E-8C05-4A6DF01D01E8}" dt="2025-10-26T19:50:41.279" v="432" actId="21"/>
          <ac:picMkLst>
            <pc:docMk/>
            <pc:sldMk cId="209386045" sldId="266"/>
            <ac:picMk id="8" creationId="{F3DF2A15-D1B0-6087-FDDF-2A5411BED3A4}"/>
          </ac:picMkLst>
        </pc:picChg>
        <pc:picChg chg="add del mod modCrop">
          <ac:chgData name="Reni Nithya" userId="81dbbd6ae6b89009" providerId="LiveId" clId="{712AF1E0-38CE-403E-8C05-4A6DF01D01E8}" dt="2025-10-26T19:52:35.505" v="445" actId="21"/>
          <ac:picMkLst>
            <pc:docMk/>
            <pc:sldMk cId="209386045" sldId="266"/>
            <ac:picMk id="11" creationId="{95DE6E4C-6A6D-9A75-2D39-F7E514E83850}"/>
          </ac:picMkLst>
        </pc:picChg>
        <pc:picChg chg="add mod">
          <ac:chgData name="Reni Nithya" userId="81dbbd6ae6b89009" providerId="LiveId" clId="{712AF1E0-38CE-403E-8C05-4A6DF01D01E8}" dt="2025-10-26T19:52:54.968" v="451" actId="1076"/>
          <ac:picMkLst>
            <pc:docMk/>
            <pc:sldMk cId="209386045" sldId="266"/>
            <ac:picMk id="14" creationId="{4299C828-3E4E-0864-90C3-DAC5997C8A6E}"/>
          </ac:picMkLst>
        </pc:picChg>
      </pc:sldChg>
      <pc:sldChg chg="addSp delSp modSp new mod modClrScheme chgLayout">
        <pc:chgData name="Reni Nithya" userId="81dbbd6ae6b89009" providerId="LiveId" clId="{712AF1E0-38CE-403E-8C05-4A6DF01D01E8}" dt="2025-10-26T19:54:16.367" v="463"/>
        <pc:sldMkLst>
          <pc:docMk/>
          <pc:sldMk cId="246496691" sldId="267"/>
        </pc:sldMkLst>
        <pc:spChg chg="del mod ord">
          <ac:chgData name="Reni Nithya" userId="81dbbd6ae6b89009" providerId="LiveId" clId="{712AF1E0-38CE-403E-8C05-4A6DF01D01E8}" dt="2025-10-26T19:53:22.977" v="453" actId="700"/>
          <ac:spMkLst>
            <pc:docMk/>
            <pc:sldMk cId="246496691" sldId="267"/>
            <ac:spMk id="2" creationId="{82A391E9-204C-D0CA-6E35-B60AB342556D}"/>
          </ac:spMkLst>
        </pc:spChg>
        <pc:spChg chg="del mod ord">
          <ac:chgData name="Reni Nithya" userId="81dbbd6ae6b89009" providerId="LiveId" clId="{712AF1E0-38CE-403E-8C05-4A6DF01D01E8}" dt="2025-10-26T19:53:22.977" v="453" actId="700"/>
          <ac:spMkLst>
            <pc:docMk/>
            <pc:sldMk cId="246496691" sldId="267"/>
            <ac:spMk id="3" creationId="{054FEB49-023C-D35C-C723-83129B18FA37}"/>
          </ac:spMkLst>
        </pc:spChg>
        <pc:spChg chg="del">
          <ac:chgData name="Reni Nithya" userId="81dbbd6ae6b89009" providerId="LiveId" clId="{712AF1E0-38CE-403E-8C05-4A6DF01D01E8}" dt="2025-10-26T19:53:22.977" v="453" actId="700"/>
          <ac:spMkLst>
            <pc:docMk/>
            <pc:sldMk cId="246496691" sldId="267"/>
            <ac:spMk id="4" creationId="{58F02B9E-99E9-E406-1CED-9DAC637E4E61}"/>
          </ac:spMkLst>
        </pc:spChg>
        <pc:spChg chg="add mod ord">
          <ac:chgData name="Reni Nithya" userId="81dbbd6ae6b89009" providerId="LiveId" clId="{712AF1E0-38CE-403E-8C05-4A6DF01D01E8}" dt="2025-10-26T19:53:41.564" v="454"/>
          <ac:spMkLst>
            <pc:docMk/>
            <pc:sldMk cId="246496691" sldId="267"/>
            <ac:spMk id="5" creationId="{AC8940B3-D2B3-C6DE-BA41-F0D9CB7561D4}"/>
          </ac:spMkLst>
        </pc:spChg>
        <pc:spChg chg="add del mod ord">
          <ac:chgData name="Reni Nithya" userId="81dbbd6ae6b89009" providerId="LiveId" clId="{712AF1E0-38CE-403E-8C05-4A6DF01D01E8}" dt="2025-10-26T19:54:16.367" v="463"/>
          <ac:spMkLst>
            <pc:docMk/>
            <pc:sldMk cId="246496691" sldId="267"/>
            <ac:spMk id="6" creationId="{9CC31FDB-0C20-7759-EAB7-C748AD0B9636}"/>
          </ac:spMkLst>
        </pc:spChg>
        <pc:spChg chg="add mod">
          <ac:chgData name="Reni Nithya" userId="81dbbd6ae6b89009" providerId="LiveId" clId="{712AF1E0-38CE-403E-8C05-4A6DF01D01E8}" dt="2025-10-26T19:53:57.039" v="458"/>
          <ac:spMkLst>
            <pc:docMk/>
            <pc:sldMk cId="246496691" sldId="267"/>
            <ac:spMk id="7" creationId="{BD391E39-BB96-0114-C6BF-95F9102C90EA}"/>
          </ac:spMkLst>
        </pc:spChg>
      </pc:sldChg>
      <pc:sldChg chg="modSp new mod">
        <pc:chgData name="Reni Nithya" userId="81dbbd6ae6b89009" providerId="LiveId" clId="{712AF1E0-38CE-403E-8C05-4A6DF01D01E8}" dt="2025-10-26T19:55:05.410" v="467" actId="5793"/>
        <pc:sldMkLst>
          <pc:docMk/>
          <pc:sldMk cId="352900397" sldId="268"/>
        </pc:sldMkLst>
        <pc:spChg chg="mod">
          <ac:chgData name="Reni Nithya" userId="81dbbd6ae6b89009" providerId="LiveId" clId="{712AF1E0-38CE-403E-8C05-4A6DF01D01E8}" dt="2025-10-26T19:54:29.468" v="465"/>
          <ac:spMkLst>
            <pc:docMk/>
            <pc:sldMk cId="352900397" sldId="268"/>
            <ac:spMk id="2" creationId="{6355EDFF-4E1F-9ACF-4E47-24CC3213746B}"/>
          </ac:spMkLst>
        </pc:spChg>
        <pc:spChg chg="mod">
          <ac:chgData name="Reni Nithya" userId="81dbbd6ae6b89009" providerId="LiveId" clId="{712AF1E0-38CE-403E-8C05-4A6DF01D01E8}" dt="2025-10-26T19:55:05.410" v="467" actId="5793"/>
          <ac:spMkLst>
            <pc:docMk/>
            <pc:sldMk cId="352900397" sldId="268"/>
            <ac:spMk id="3" creationId="{DCB8100D-7513-0D1E-AA5A-CDFEBFBE297F}"/>
          </ac:spMkLst>
        </pc:spChg>
      </pc:sldChg>
      <pc:sldChg chg="addSp delSp modSp new mod">
        <pc:chgData name="Reni Nithya" userId="81dbbd6ae6b89009" providerId="LiveId" clId="{712AF1E0-38CE-403E-8C05-4A6DF01D01E8}" dt="2025-10-26T19:56:48.508" v="493" actId="27636"/>
        <pc:sldMkLst>
          <pc:docMk/>
          <pc:sldMk cId="1083189366" sldId="269"/>
        </pc:sldMkLst>
        <pc:spChg chg="mod">
          <ac:chgData name="Reni Nithya" userId="81dbbd6ae6b89009" providerId="LiveId" clId="{712AF1E0-38CE-403E-8C05-4A6DF01D01E8}" dt="2025-10-26T19:55:18.439" v="469"/>
          <ac:spMkLst>
            <pc:docMk/>
            <pc:sldMk cId="1083189366" sldId="269"/>
            <ac:spMk id="2" creationId="{EF226E0D-2A47-A7AB-1894-6280FFD732A4}"/>
          </ac:spMkLst>
        </pc:spChg>
        <pc:spChg chg="add del mod">
          <ac:chgData name="Reni Nithya" userId="81dbbd6ae6b89009" providerId="LiveId" clId="{712AF1E0-38CE-403E-8C05-4A6DF01D01E8}" dt="2025-10-26T19:56:48.508" v="493" actId="27636"/>
          <ac:spMkLst>
            <pc:docMk/>
            <pc:sldMk cId="1083189366" sldId="269"/>
            <ac:spMk id="3" creationId="{63CC3B00-BE12-DDC8-B75F-D799398B6091}"/>
          </ac:spMkLst>
        </pc:spChg>
        <pc:spChg chg="add mod">
          <ac:chgData name="Reni Nithya" userId="81dbbd6ae6b89009" providerId="LiveId" clId="{712AF1E0-38CE-403E-8C05-4A6DF01D01E8}" dt="2025-10-26T19:55:31.381" v="471"/>
          <ac:spMkLst>
            <pc:docMk/>
            <pc:sldMk cId="1083189366" sldId="269"/>
            <ac:spMk id="4" creationId="{8F33FE05-57F0-4CBE-5461-76CEFF95B130}"/>
          </ac:spMkLst>
        </pc:spChg>
        <pc:spChg chg="add">
          <ac:chgData name="Reni Nithya" userId="81dbbd6ae6b89009" providerId="LiveId" clId="{712AF1E0-38CE-403E-8C05-4A6DF01D01E8}" dt="2025-10-26T19:56:18.092" v="482"/>
          <ac:spMkLst>
            <pc:docMk/>
            <pc:sldMk cId="1083189366" sldId="269"/>
            <ac:spMk id="5" creationId="{E9E451C2-2895-0355-6CE7-DA29468B0C4D}"/>
          </ac:spMkLst>
        </pc:spChg>
      </pc:sldChg>
      <pc:sldChg chg="addSp delSp modSp new mod ord modClrScheme chgLayout">
        <pc:chgData name="Reni Nithya" userId="81dbbd6ae6b89009" providerId="LiveId" clId="{712AF1E0-38CE-403E-8C05-4A6DF01D01E8}" dt="2025-10-26T19:59:02.672" v="514"/>
        <pc:sldMkLst>
          <pc:docMk/>
          <pc:sldMk cId="1535862405" sldId="270"/>
        </pc:sldMkLst>
        <pc:spChg chg="del mod ord">
          <ac:chgData name="Reni Nithya" userId="81dbbd6ae6b89009" providerId="LiveId" clId="{712AF1E0-38CE-403E-8C05-4A6DF01D01E8}" dt="2025-10-26T19:57:18.477" v="495" actId="700"/>
          <ac:spMkLst>
            <pc:docMk/>
            <pc:sldMk cId="1535862405" sldId="270"/>
            <ac:spMk id="2" creationId="{A926A48C-8F49-07CB-5654-1FD9DE656B29}"/>
          </ac:spMkLst>
        </pc:spChg>
        <pc:spChg chg="del mod ord">
          <ac:chgData name="Reni Nithya" userId="81dbbd6ae6b89009" providerId="LiveId" clId="{712AF1E0-38CE-403E-8C05-4A6DF01D01E8}" dt="2025-10-26T19:57:18.477" v="495" actId="700"/>
          <ac:spMkLst>
            <pc:docMk/>
            <pc:sldMk cId="1535862405" sldId="270"/>
            <ac:spMk id="3" creationId="{1D68EEC3-CD8C-1D4B-99AA-B917301778C1}"/>
          </ac:spMkLst>
        </pc:spChg>
        <pc:spChg chg="add mod ord">
          <ac:chgData name="Reni Nithya" userId="81dbbd6ae6b89009" providerId="LiveId" clId="{712AF1E0-38CE-403E-8C05-4A6DF01D01E8}" dt="2025-10-26T19:57:30.266" v="499" actId="14100"/>
          <ac:spMkLst>
            <pc:docMk/>
            <pc:sldMk cId="1535862405" sldId="270"/>
            <ac:spMk id="4" creationId="{CB27280B-5E7C-37B3-5AA3-0009FAEC5737}"/>
          </ac:spMkLst>
        </pc:spChg>
        <pc:spChg chg="add del mod ord">
          <ac:chgData name="Reni Nithya" userId="81dbbd6ae6b89009" providerId="LiveId" clId="{712AF1E0-38CE-403E-8C05-4A6DF01D01E8}" dt="2025-10-26T19:57:45.980" v="501" actId="931"/>
          <ac:spMkLst>
            <pc:docMk/>
            <pc:sldMk cId="1535862405" sldId="270"/>
            <ac:spMk id="5" creationId="{B58A6630-7673-59BB-8A7E-57AD811262FB}"/>
          </ac:spMkLst>
        </pc:spChg>
        <pc:spChg chg="add del mod ord">
          <ac:chgData name="Reni Nithya" userId="81dbbd6ae6b89009" providerId="LiveId" clId="{712AF1E0-38CE-403E-8C05-4A6DF01D01E8}" dt="2025-10-26T19:57:37.550" v="500" actId="478"/>
          <ac:spMkLst>
            <pc:docMk/>
            <pc:sldMk cId="1535862405" sldId="270"/>
            <ac:spMk id="6" creationId="{CD909630-F0E9-6B6A-0A36-6834DC09A00A}"/>
          </ac:spMkLst>
        </pc:spChg>
        <pc:spChg chg="add del mod">
          <ac:chgData name="Reni Nithya" userId="81dbbd6ae6b89009" providerId="LiveId" clId="{712AF1E0-38CE-403E-8C05-4A6DF01D01E8}" dt="2025-10-26T19:58:24.163" v="508" actId="478"/>
          <ac:spMkLst>
            <pc:docMk/>
            <pc:sldMk cId="1535862405" sldId="270"/>
            <ac:spMk id="10" creationId="{1E9880E8-9373-A0CF-5FC6-421ECCC992F9}"/>
          </ac:spMkLst>
        </pc:spChg>
        <pc:picChg chg="add del mod modCrop">
          <ac:chgData name="Reni Nithya" userId="81dbbd6ae6b89009" providerId="LiveId" clId="{712AF1E0-38CE-403E-8C05-4A6DF01D01E8}" dt="2025-10-26T19:58:18.248" v="506" actId="21"/>
          <ac:picMkLst>
            <pc:docMk/>
            <pc:sldMk cId="1535862405" sldId="270"/>
            <ac:picMk id="8" creationId="{01371B07-E6E1-BA8D-EA3D-59E273267C6B}"/>
          </ac:picMkLst>
        </pc:picChg>
        <pc:picChg chg="add mod">
          <ac:chgData name="Reni Nithya" userId="81dbbd6ae6b89009" providerId="LiveId" clId="{712AF1E0-38CE-403E-8C05-4A6DF01D01E8}" dt="2025-10-26T19:58:39.345" v="512" actId="1076"/>
          <ac:picMkLst>
            <pc:docMk/>
            <pc:sldMk cId="1535862405" sldId="270"/>
            <ac:picMk id="11" creationId="{40890F78-40B5-3828-9020-4EB52BD49C8F}"/>
          </ac:picMkLst>
        </pc:picChg>
      </pc:sldChg>
      <pc:sldChg chg="addSp delSp modSp new mod modClrScheme chgLayout">
        <pc:chgData name="Reni Nithya" userId="81dbbd6ae6b89009" providerId="LiveId" clId="{712AF1E0-38CE-403E-8C05-4A6DF01D01E8}" dt="2025-10-26T20:02:16.400" v="559" actId="20577"/>
        <pc:sldMkLst>
          <pc:docMk/>
          <pc:sldMk cId="1050688946" sldId="271"/>
        </pc:sldMkLst>
        <pc:spChg chg="del mod ord">
          <ac:chgData name="Reni Nithya" userId="81dbbd6ae6b89009" providerId="LiveId" clId="{712AF1E0-38CE-403E-8C05-4A6DF01D01E8}" dt="2025-10-26T19:59:42.541" v="516" actId="700"/>
          <ac:spMkLst>
            <pc:docMk/>
            <pc:sldMk cId="1050688946" sldId="271"/>
            <ac:spMk id="2" creationId="{601F054E-F46D-539F-DC6B-43F10365FC8C}"/>
          </ac:spMkLst>
        </pc:spChg>
        <pc:spChg chg="del mod ord">
          <ac:chgData name="Reni Nithya" userId="81dbbd6ae6b89009" providerId="LiveId" clId="{712AF1E0-38CE-403E-8C05-4A6DF01D01E8}" dt="2025-10-26T19:59:42.541" v="516" actId="700"/>
          <ac:spMkLst>
            <pc:docMk/>
            <pc:sldMk cId="1050688946" sldId="271"/>
            <ac:spMk id="3" creationId="{4C087457-82A2-312B-A135-5B6A805548FE}"/>
          </ac:spMkLst>
        </pc:spChg>
        <pc:spChg chg="del">
          <ac:chgData name="Reni Nithya" userId="81dbbd6ae6b89009" providerId="LiveId" clId="{712AF1E0-38CE-403E-8C05-4A6DF01D01E8}" dt="2025-10-26T19:59:42.541" v="516" actId="700"/>
          <ac:spMkLst>
            <pc:docMk/>
            <pc:sldMk cId="1050688946" sldId="271"/>
            <ac:spMk id="4" creationId="{36D640AF-BC0C-439D-0BA9-0FA5ACC4F4EC}"/>
          </ac:spMkLst>
        </pc:spChg>
        <pc:spChg chg="add mod ord">
          <ac:chgData name="Reni Nithya" userId="81dbbd6ae6b89009" providerId="LiveId" clId="{712AF1E0-38CE-403E-8C05-4A6DF01D01E8}" dt="2025-10-26T19:59:43.981" v="517"/>
          <ac:spMkLst>
            <pc:docMk/>
            <pc:sldMk cId="1050688946" sldId="271"/>
            <ac:spMk id="5" creationId="{1D7A6F25-5705-F800-EDB3-797FF8E1C10F}"/>
          </ac:spMkLst>
        </pc:spChg>
        <pc:spChg chg="add del mod ord">
          <ac:chgData name="Reni Nithya" userId="81dbbd6ae6b89009" providerId="LiveId" clId="{712AF1E0-38CE-403E-8C05-4A6DF01D01E8}" dt="2025-10-26T20:02:16.400" v="559" actId="20577"/>
          <ac:spMkLst>
            <pc:docMk/>
            <pc:sldMk cId="1050688946" sldId="271"/>
            <ac:spMk id="6" creationId="{C1E9907D-F6B5-7B24-D8C9-25E26DBA3ACF}"/>
          </ac:spMkLst>
        </pc:spChg>
        <pc:spChg chg="add mod">
          <ac:chgData name="Reni Nithya" userId="81dbbd6ae6b89009" providerId="LiveId" clId="{712AF1E0-38CE-403E-8C05-4A6DF01D01E8}" dt="2025-10-26T19:59:51.644" v="519"/>
          <ac:spMkLst>
            <pc:docMk/>
            <pc:sldMk cId="1050688946" sldId="271"/>
            <ac:spMk id="7" creationId="{23018A3D-E9D9-F5E7-7A95-A864F2BD740B}"/>
          </ac:spMkLst>
        </pc:spChg>
        <pc:spChg chg="add mod">
          <ac:chgData name="Reni Nithya" userId="81dbbd6ae6b89009" providerId="LiveId" clId="{712AF1E0-38CE-403E-8C05-4A6DF01D01E8}" dt="2025-10-26T20:00:10.329" v="525"/>
          <ac:spMkLst>
            <pc:docMk/>
            <pc:sldMk cId="1050688946" sldId="271"/>
            <ac:spMk id="8" creationId="{F38D27B8-5809-AB04-FAFD-8ECF7D794AC6}"/>
          </ac:spMkLst>
        </pc:spChg>
        <pc:spChg chg="add mod">
          <ac:chgData name="Reni Nithya" userId="81dbbd6ae6b89009" providerId="LiveId" clId="{712AF1E0-38CE-403E-8C05-4A6DF01D01E8}" dt="2025-10-26T20:00:20.104" v="527"/>
          <ac:spMkLst>
            <pc:docMk/>
            <pc:sldMk cId="1050688946" sldId="271"/>
            <ac:spMk id="9" creationId="{A32D74EC-921D-C454-5FC8-02D49D3D385F}"/>
          </ac:spMkLst>
        </pc:spChg>
        <pc:spChg chg="add">
          <ac:chgData name="Reni Nithya" userId="81dbbd6ae6b89009" providerId="LiveId" clId="{712AF1E0-38CE-403E-8C05-4A6DF01D01E8}" dt="2025-10-26T20:00:23.089" v="528"/>
          <ac:spMkLst>
            <pc:docMk/>
            <pc:sldMk cId="1050688946" sldId="271"/>
            <ac:spMk id="10" creationId="{1B016B05-1D71-C596-FB06-24732061C51C}"/>
          </ac:spMkLst>
        </pc:spChg>
        <pc:spChg chg="add del mod">
          <ac:chgData name="Reni Nithya" userId="81dbbd6ae6b89009" providerId="LiveId" clId="{712AF1E0-38CE-403E-8C05-4A6DF01D01E8}" dt="2025-10-26T20:01:16.882" v="538" actId="478"/>
          <ac:spMkLst>
            <pc:docMk/>
            <pc:sldMk cId="1050688946" sldId="271"/>
            <ac:spMk id="11" creationId="{08C39B1D-A5AF-898D-C3BE-19FA7A66485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538069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2653561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257146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3337FA-2072-4025-B975-824E674DD634}"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4279027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337FA-2072-4025-B975-824E674DD634}" type="datetimeFigureOut">
              <a:rPr lang="en-IN" smtClean="0"/>
              <a:t>27-10-2025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220566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3337FA-2072-4025-B975-824E674DD634}" type="datetimeFigureOut">
              <a:rPr lang="en-IN" smtClean="0"/>
              <a:t>27-10-2025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308642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3337FA-2072-4025-B975-824E674DD634}" type="datetimeFigureOut">
              <a:rPr lang="en-IN" smtClean="0"/>
              <a:t>27-10-2025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332197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3337FA-2072-4025-B975-824E674DD634}"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780471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3337FA-2072-4025-B975-824E674DD634}"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294579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3337FA-2072-4025-B975-824E674DD634}"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178381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863401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3945142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878026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352108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64193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388871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3337FA-2072-4025-B975-824E674DD634}"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A63079-4690-44EE-A2A4-26952F7ADB1E}" type="slidenum">
              <a:rPr lang="en-IN" smtClean="0"/>
              <a:t>‹#›</a:t>
            </a:fld>
            <a:endParaRPr lang="en-IN"/>
          </a:p>
        </p:txBody>
      </p:sp>
    </p:spTree>
    <p:extLst>
      <p:ext uri="{BB962C8B-B14F-4D97-AF65-F5344CB8AC3E}">
        <p14:creationId xmlns:p14="http://schemas.microsoft.com/office/powerpoint/2010/main" val="1164236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93337FA-2072-4025-B975-824E674DD634}" type="datetimeFigureOut">
              <a:rPr lang="en-IN" smtClean="0"/>
              <a:t>27-10-2025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CA63079-4690-44EE-A2A4-26952F7ADB1E}" type="slidenum">
              <a:rPr lang="en-IN" smtClean="0"/>
              <a:t>‹#›</a:t>
            </a:fld>
            <a:endParaRPr lang="en-IN"/>
          </a:p>
        </p:txBody>
      </p:sp>
    </p:spTree>
    <p:extLst>
      <p:ext uri="{BB962C8B-B14F-4D97-AF65-F5344CB8AC3E}">
        <p14:creationId xmlns:p14="http://schemas.microsoft.com/office/powerpoint/2010/main" val="2055748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E2E7F-2B19-A754-999E-C381F60D90DB}"/>
              </a:ext>
            </a:extLst>
          </p:cNvPr>
          <p:cNvSpPr>
            <a:spLocks noGrp="1"/>
          </p:cNvSpPr>
          <p:nvPr>
            <p:ph type="ctrTitle"/>
          </p:nvPr>
        </p:nvSpPr>
        <p:spPr/>
        <p:txBody>
          <a:bodyPr>
            <a:normAutofit fontScale="90000"/>
          </a:bodyPr>
          <a:lstStyle/>
          <a:p>
            <a:r>
              <a:rPr lang="en-US" dirty="0"/>
              <a:t>Image Pyramids and Wavelets for Multiscale Object Detection</a:t>
            </a:r>
            <a:endParaRPr lang="en-IN" dirty="0"/>
          </a:p>
        </p:txBody>
      </p:sp>
      <p:sp>
        <p:nvSpPr>
          <p:cNvPr id="3" name="Subtitle 2">
            <a:extLst>
              <a:ext uri="{FF2B5EF4-FFF2-40B4-BE49-F238E27FC236}">
                <a16:creationId xmlns:a16="http://schemas.microsoft.com/office/drawing/2014/main" id="{9114177D-E025-642A-F9AF-ABC86695638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29971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C0A4D-9C2F-C47E-84AF-0AF1C293B619}"/>
              </a:ext>
            </a:extLst>
          </p:cNvPr>
          <p:cNvSpPr>
            <a:spLocks noGrp="1"/>
          </p:cNvSpPr>
          <p:nvPr>
            <p:ph type="title"/>
          </p:nvPr>
        </p:nvSpPr>
        <p:spPr/>
        <p:txBody>
          <a:bodyPr/>
          <a:lstStyle/>
          <a:p>
            <a:r>
              <a:rPr lang="en-US" dirty="0"/>
              <a:t>The Need for Multiscale Representation</a:t>
            </a:r>
            <a:endParaRPr lang="en-IN" dirty="0"/>
          </a:p>
        </p:txBody>
      </p:sp>
      <p:sp>
        <p:nvSpPr>
          <p:cNvPr id="3" name="Content Placeholder 2">
            <a:extLst>
              <a:ext uri="{FF2B5EF4-FFF2-40B4-BE49-F238E27FC236}">
                <a16:creationId xmlns:a16="http://schemas.microsoft.com/office/drawing/2014/main" id="{8B92B266-8F56-2571-46DD-458FFB532E27}"/>
              </a:ext>
            </a:extLst>
          </p:cNvPr>
          <p:cNvSpPr>
            <a:spLocks noGrp="1"/>
          </p:cNvSpPr>
          <p:nvPr>
            <p:ph idx="1"/>
          </p:nvPr>
        </p:nvSpPr>
        <p:spPr/>
        <p:txBody>
          <a:bodyPr/>
          <a:lstStyle/>
          <a:p>
            <a:r>
              <a:rPr lang="en-US" dirty="0"/>
              <a:t>Objects in the real world appear at varying sizes in an image (e.g., a distant car vs. a close-up car).</a:t>
            </a:r>
          </a:p>
          <a:p>
            <a:r>
              <a:rPr lang="en-US" dirty="0"/>
              <a:t>Features that are prominent at one scale might be insignificant at another (e.g., fine texture vs. overall shape).</a:t>
            </a:r>
          </a:p>
          <a:p>
            <a:r>
              <a:rPr lang="en-US" dirty="0"/>
              <a:t>Traditional single-scale processing struggles with this variability.</a:t>
            </a:r>
          </a:p>
          <a:p>
            <a:r>
              <a:rPr lang="en-US" b="1" dirty="0"/>
              <a:t>Human Vision Inspiration:</a:t>
            </a:r>
            <a:r>
              <a:rPr lang="en-US" dirty="0"/>
              <a:t> Our visual system inherently processes information hierarchically and at multiple resolutions.</a:t>
            </a:r>
            <a:endParaRPr lang="en-IN" dirty="0"/>
          </a:p>
        </p:txBody>
      </p:sp>
    </p:spTree>
    <p:extLst>
      <p:ext uri="{BB962C8B-B14F-4D97-AF65-F5344CB8AC3E}">
        <p14:creationId xmlns:p14="http://schemas.microsoft.com/office/powerpoint/2010/main" val="3032381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E6A9-C938-F960-AF68-1087A602F734}"/>
              </a:ext>
            </a:extLst>
          </p:cNvPr>
          <p:cNvSpPr>
            <a:spLocks noGrp="1"/>
          </p:cNvSpPr>
          <p:nvPr>
            <p:ph type="title"/>
          </p:nvPr>
        </p:nvSpPr>
        <p:spPr/>
        <p:txBody>
          <a:bodyPr/>
          <a:lstStyle/>
          <a:p>
            <a:r>
              <a:rPr lang="en-IN" dirty="0"/>
              <a:t>Image Pyramids</a:t>
            </a:r>
          </a:p>
        </p:txBody>
      </p:sp>
      <p:sp>
        <p:nvSpPr>
          <p:cNvPr id="3" name="Content Placeholder 2">
            <a:extLst>
              <a:ext uri="{FF2B5EF4-FFF2-40B4-BE49-F238E27FC236}">
                <a16:creationId xmlns:a16="http://schemas.microsoft.com/office/drawing/2014/main" id="{71A9F49C-90CB-65D8-E7AA-B959A8901707}"/>
              </a:ext>
            </a:extLst>
          </p:cNvPr>
          <p:cNvSpPr>
            <a:spLocks noGrp="1"/>
          </p:cNvSpPr>
          <p:nvPr>
            <p:ph idx="1"/>
          </p:nvPr>
        </p:nvSpPr>
        <p:spPr/>
        <p:txBody>
          <a:bodyPr/>
          <a:lstStyle/>
          <a:p>
            <a:r>
              <a:rPr lang="en-US" b="1" dirty="0"/>
              <a:t>Concept:</a:t>
            </a:r>
            <a:r>
              <a:rPr lang="en-US" dirty="0"/>
              <a:t> A collection of images, all originating from a single original image, but successively </a:t>
            </a:r>
            <a:r>
              <a:rPr lang="en-US" dirty="0" err="1"/>
              <a:t>downsampled</a:t>
            </a:r>
            <a:r>
              <a:rPr lang="en-US" dirty="0"/>
              <a:t> to lower resolutions.</a:t>
            </a:r>
          </a:p>
          <a:p>
            <a:r>
              <a:rPr lang="en-IN" dirty="0"/>
              <a:t>Provides a simple, intuitive multiscale representation.</a:t>
            </a:r>
          </a:p>
          <a:p>
            <a:r>
              <a:rPr lang="en-US" dirty="0"/>
              <a:t>Think of it as looking at the same scene from different distances.</a:t>
            </a:r>
            <a:r>
              <a:rPr lang="en-IN" dirty="0"/>
              <a:t>																	</a:t>
            </a:r>
          </a:p>
        </p:txBody>
      </p:sp>
    </p:spTree>
    <p:extLst>
      <p:ext uri="{BB962C8B-B14F-4D97-AF65-F5344CB8AC3E}">
        <p14:creationId xmlns:p14="http://schemas.microsoft.com/office/powerpoint/2010/main" val="239626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8B3C6-AC7C-7AD8-8323-1A8E40E0576B}"/>
              </a:ext>
            </a:extLst>
          </p:cNvPr>
          <p:cNvSpPr>
            <a:spLocks noGrp="1"/>
          </p:cNvSpPr>
          <p:nvPr>
            <p:ph type="title"/>
          </p:nvPr>
        </p:nvSpPr>
        <p:spPr/>
        <p:txBody>
          <a:bodyPr/>
          <a:lstStyle/>
          <a:p>
            <a:r>
              <a:rPr lang="en-IN" dirty="0"/>
              <a:t>Gaussian Pyramid Construction:</a:t>
            </a:r>
          </a:p>
        </p:txBody>
      </p:sp>
      <p:sp>
        <p:nvSpPr>
          <p:cNvPr id="3" name="Content Placeholder 2">
            <a:extLst>
              <a:ext uri="{FF2B5EF4-FFF2-40B4-BE49-F238E27FC236}">
                <a16:creationId xmlns:a16="http://schemas.microsoft.com/office/drawing/2014/main" id="{D863B2F8-13A7-4FD1-1001-EEB136D913B8}"/>
              </a:ext>
            </a:extLst>
          </p:cNvPr>
          <p:cNvSpPr>
            <a:spLocks noGrp="1"/>
          </p:cNvSpPr>
          <p:nvPr>
            <p:ph idx="1"/>
          </p:nvPr>
        </p:nvSpPr>
        <p:spPr/>
        <p:txBody>
          <a:bodyPr>
            <a:normAutofit lnSpcReduction="10000"/>
          </a:bodyPr>
          <a:lstStyle/>
          <a:p>
            <a:r>
              <a:rPr lang="en-US" b="1" dirty="0"/>
              <a:t>Step 1: Smoothing (Low-pass filtering):</a:t>
            </a:r>
            <a:r>
              <a:rPr lang="en-US" dirty="0"/>
              <a:t> Apply a Gaussian filter to the image to reduce aliasing artifacts before </a:t>
            </a:r>
            <a:r>
              <a:rPr lang="en-US" dirty="0" err="1"/>
              <a:t>downsampling</a:t>
            </a:r>
            <a:r>
              <a:rPr lang="en-US" dirty="0"/>
              <a:t>.</a:t>
            </a:r>
          </a:p>
          <a:p>
            <a:pPr lvl="1"/>
            <a:r>
              <a:rPr lang="en-US" dirty="0"/>
              <a:t>Analogy: Blurring an image before shrinking it helps retain important features and prevents jagged edges.</a:t>
            </a:r>
            <a:endParaRPr lang="en-IN" dirty="0"/>
          </a:p>
          <a:p>
            <a:r>
              <a:rPr lang="en-US" b="1" dirty="0"/>
              <a:t>Step 2: </a:t>
            </a:r>
            <a:r>
              <a:rPr lang="en-US" b="1" dirty="0" err="1"/>
              <a:t>Downsampling</a:t>
            </a:r>
            <a:r>
              <a:rPr lang="en-US" b="1" dirty="0"/>
              <a:t>:</a:t>
            </a:r>
            <a:r>
              <a:rPr lang="en-US" dirty="0"/>
              <a:t> Reduce the resolution (e.g., by half, keeping every other row and column).</a:t>
            </a:r>
          </a:p>
          <a:p>
            <a:r>
              <a:rPr lang="en-US" b="1" dirty="0"/>
              <a:t>Iteration:</a:t>
            </a:r>
            <a:r>
              <a:rPr lang="en-US" dirty="0"/>
              <a:t> Repeat steps 1 &amp; 2 on the newly created smaller image to generate the next level of the pyramid.</a:t>
            </a:r>
          </a:p>
        </p:txBody>
      </p:sp>
    </p:spTree>
    <p:extLst>
      <p:ext uri="{BB962C8B-B14F-4D97-AF65-F5344CB8AC3E}">
        <p14:creationId xmlns:p14="http://schemas.microsoft.com/office/powerpoint/2010/main" val="2769057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F8D10DD5-6E19-C5A6-E056-E4652EC7CEC1}"/>
              </a:ext>
            </a:extLst>
          </p:cNvPr>
          <p:cNvPicPr>
            <a:picLocks noChangeAspect="1"/>
          </p:cNvPicPr>
          <p:nvPr/>
        </p:nvPicPr>
        <p:blipFill>
          <a:blip r:embed="rId2"/>
          <a:stretch>
            <a:fillRect/>
          </a:stretch>
        </p:blipFill>
        <p:spPr>
          <a:xfrm>
            <a:off x="5384800" y="0"/>
            <a:ext cx="6807200" cy="6813759"/>
          </a:xfrm>
          <a:prstGeom prst="rect">
            <a:avLst/>
          </a:prstGeom>
        </p:spPr>
      </p:pic>
      <p:sp>
        <p:nvSpPr>
          <p:cNvPr id="18" name="Title 17">
            <a:extLst>
              <a:ext uri="{FF2B5EF4-FFF2-40B4-BE49-F238E27FC236}">
                <a16:creationId xmlns:a16="http://schemas.microsoft.com/office/drawing/2014/main" id="{77EAA6D7-4A3B-1E26-CC47-FB42371B70C1}"/>
              </a:ext>
            </a:extLst>
          </p:cNvPr>
          <p:cNvSpPr>
            <a:spLocks noGrp="1"/>
          </p:cNvSpPr>
          <p:nvPr>
            <p:ph type="title"/>
          </p:nvPr>
        </p:nvSpPr>
        <p:spPr>
          <a:xfrm>
            <a:off x="1484312" y="990600"/>
            <a:ext cx="3549121" cy="1981200"/>
          </a:xfrm>
        </p:spPr>
        <p:txBody>
          <a:bodyPr>
            <a:normAutofit/>
          </a:bodyPr>
          <a:lstStyle/>
          <a:p>
            <a:r>
              <a:rPr lang="en-US" i="1" dirty="0"/>
              <a:t>Illustration: Original image, then blurred and </a:t>
            </a:r>
            <a:r>
              <a:rPr lang="en-US" i="1" dirty="0" err="1"/>
              <a:t>downsampled</a:t>
            </a:r>
            <a:r>
              <a:rPr lang="en-US" i="1" dirty="0"/>
              <a:t> versions showing multiple levels of a Gaussian pyramid.</a:t>
            </a:r>
            <a:r>
              <a:rPr lang="en-US" dirty="0"/>
              <a:t> `</a:t>
            </a:r>
            <a:endParaRPr lang="en-IN" dirty="0"/>
          </a:p>
        </p:txBody>
      </p:sp>
    </p:spTree>
    <p:extLst>
      <p:ext uri="{BB962C8B-B14F-4D97-AF65-F5344CB8AC3E}">
        <p14:creationId xmlns:p14="http://schemas.microsoft.com/office/powerpoint/2010/main" val="411152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7A8E86D-EC14-2DF1-B080-024E04AE0BF3}"/>
              </a:ext>
            </a:extLst>
          </p:cNvPr>
          <p:cNvSpPr>
            <a:spLocks noGrp="1"/>
          </p:cNvSpPr>
          <p:nvPr>
            <p:ph type="title"/>
          </p:nvPr>
        </p:nvSpPr>
        <p:spPr>
          <a:xfrm>
            <a:off x="1484310" y="0"/>
            <a:ext cx="10018713" cy="1752599"/>
          </a:xfrm>
        </p:spPr>
        <p:txBody>
          <a:bodyPr/>
          <a:lstStyle/>
          <a:p>
            <a:r>
              <a:rPr lang="en-IN" dirty="0"/>
              <a:t>Laplacian Pyramid Construction (Difference Pyramid):</a:t>
            </a:r>
          </a:p>
        </p:txBody>
      </p:sp>
      <p:sp>
        <p:nvSpPr>
          <p:cNvPr id="9" name="Content Placeholder 8">
            <a:extLst>
              <a:ext uri="{FF2B5EF4-FFF2-40B4-BE49-F238E27FC236}">
                <a16:creationId xmlns:a16="http://schemas.microsoft.com/office/drawing/2014/main" id="{6E995CD1-1C08-4C10-AACF-22D2B32433BA}"/>
              </a:ext>
            </a:extLst>
          </p:cNvPr>
          <p:cNvSpPr>
            <a:spLocks noGrp="1"/>
          </p:cNvSpPr>
          <p:nvPr>
            <p:ph idx="1"/>
          </p:nvPr>
        </p:nvSpPr>
        <p:spPr>
          <a:xfrm>
            <a:off x="1484310" y="1557867"/>
            <a:ext cx="10018713" cy="4233333"/>
          </a:xfrm>
        </p:spPr>
        <p:txBody>
          <a:bodyPr>
            <a:normAutofit fontScale="92500" lnSpcReduction="20000"/>
          </a:bodyPr>
          <a:lstStyle/>
          <a:p>
            <a:pPr marL="0" indent="0">
              <a:buNone/>
            </a:pPr>
            <a:r>
              <a:rPr lang="en-US" b="1" dirty="0"/>
              <a:t>Concept:</a:t>
            </a:r>
            <a:r>
              <a:rPr lang="en-US" dirty="0"/>
              <a:t> Stores the "difference" information between successive levels of a Gaussian pyramid.</a:t>
            </a:r>
          </a:p>
          <a:p>
            <a:pPr marL="0" indent="0">
              <a:buNone/>
            </a:pPr>
            <a:r>
              <a:rPr lang="en-US" b="1" dirty="0"/>
              <a:t>Process:</a:t>
            </a:r>
            <a:endParaRPr lang="en-US" dirty="0"/>
          </a:p>
          <a:p>
            <a:pPr marL="914400" lvl="1" indent="-457200">
              <a:buFont typeface="+mj-lt"/>
              <a:buAutoNum type="arabicPeriod"/>
            </a:pPr>
            <a:r>
              <a:rPr lang="en-US" dirty="0"/>
              <a:t>Take a level of the Gaussian pyramid (</a:t>
            </a:r>
            <a:r>
              <a:rPr lang="en-US" dirty="0" err="1"/>
              <a:t>G_i</a:t>
            </a:r>
            <a:r>
              <a:rPr lang="en-US" dirty="0"/>
              <a:t>).</a:t>
            </a:r>
          </a:p>
          <a:p>
            <a:pPr marL="914400" lvl="1" indent="-457200">
              <a:buFont typeface="+mj-lt"/>
              <a:buAutoNum type="arabicPeriod"/>
            </a:pPr>
            <a:r>
              <a:rPr lang="en-US" dirty="0" err="1"/>
              <a:t>Upsample</a:t>
            </a:r>
            <a:r>
              <a:rPr lang="en-US" dirty="0"/>
              <a:t> </a:t>
            </a:r>
            <a:r>
              <a:rPr lang="en-US" dirty="0" err="1"/>
              <a:t>G_i</a:t>
            </a:r>
            <a:r>
              <a:rPr lang="en-US" dirty="0"/>
              <a:t> to the size of the previous level (G_{i-1}). This will be a blurred version of G_{i-1}.</a:t>
            </a:r>
          </a:p>
          <a:p>
            <a:pPr marL="914400" lvl="1" indent="-457200">
              <a:buFont typeface="+mj-lt"/>
              <a:buAutoNum type="arabicPeriod"/>
            </a:pPr>
            <a:r>
              <a:rPr lang="en-US" dirty="0"/>
              <a:t>Subtract the </a:t>
            </a:r>
            <a:r>
              <a:rPr lang="en-US" dirty="0" err="1"/>
              <a:t>upsampled</a:t>
            </a:r>
            <a:r>
              <a:rPr lang="en-US" dirty="0"/>
              <a:t> </a:t>
            </a:r>
            <a:r>
              <a:rPr lang="en-US" dirty="0" err="1"/>
              <a:t>G_i</a:t>
            </a:r>
            <a:r>
              <a:rPr lang="en-US" dirty="0"/>
              <a:t> from G_{i-1}. This difference image is L_{i-1}.</a:t>
            </a:r>
          </a:p>
          <a:p>
            <a:pPr marL="914400" lvl="1" indent="-457200">
              <a:buFont typeface="+mj-lt"/>
              <a:buAutoNum type="arabicPeriod"/>
            </a:pPr>
            <a:r>
              <a:rPr lang="en-US" dirty="0"/>
              <a:t>The top level of the Laplacian pyramid is usually the smallest level of the Gaussian pyramid.</a:t>
            </a:r>
          </a:p>
          <a:p>
            <a:pPr marL="0" indent="0">
              <a:buNone/>
            </a:pPr>
            <a:r>
              <a:rPr lang="en-US" b="1" dirty="0"/>
              <a:t>Reconstruction:</a:t>
            </a:r>
            <a:r>
              <a:rPr lang="en-US" dirty="0"/>
              <a:t> A Laplacian pyramid is a compact, invertible representation. You can reconstruct the original image by reversing the process (adding the difference images back to the </a:t>
            </a:r>
            <a:r>
              <a:rPr lang="en-US" dirty="0" err="1"/>
              <a:t>upsampled</a:t>
            </a:r>
            <a:r>
              <a:rPr lang="en-US" dirty="0"/>
              <a:t> smaller images).</a:t>
            </a:r>
            <a:endParaRPr lang="en-IN" dirty="0"/>
          </a:p>
        </p:txBody>
      </p:sp>
    </p:spTree>
    <p:extLst>
      <p:ext uri="{BB962C8B-B14F-4D97-AF65-F5344CB8AC3E}">
        <p14:creationId xmlns:p14="http://schemas.microsoft.com/office/powerpoint/2010/main" val="336599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602A0F4-17E7-431D-2595-E4539A05E5FB}"/>
              </a:ext>
            </a:extLst>
          </p:cNvPr>
          <p:cNvSpPr>
            <a:spLocks noGrp="1"/>
          </p:cNvSpPr>
          <p:nvPr>
            <p:ph type="title"/>
          </p:nvPr>
        </p:nvSpPr>
        <p:spPr>
          <a:xfrm>
            <a:off x="1484312" y="1210733"/>
            <a:ext cx="3549121" cy="1761067"/>
          </a:xfrm>
        </p:spPr>
        <p:txBody>
          <a:bodyPr>
            <a:normAutofit fontScale="90000"/>
          </a:bodyPr>
          <a:lstStyle/>
          <a:p>
            <a:r>
              <a:rPr lang="en-US" i="1" dirty="0"/>
              <a:t>Illustration: Showing how to derive a Laplacian level from two adjacent Gaussian levels, emphasizing the detail information it captures.</a:t>
            </a:r>
            <a:r>
              <a:rPr lang="en-US" dirty="0"/>
              <a:t> `</a:t>
            </a:r>
            <a:endParaRPr lang="en-IN" dirty="0"/>
          </a:p>
        </p:txBody>
      </p:sp>
      <p:pic>
        <p:nvPicPr>
          <p:cNvPr id="18" name="Picture 17">
            <a:extLst>
              <a:ext uri="{FF2B5EF4-FFF2-40B4-BE49-F238E27FC236}">
                <a16:creationId xmlns:a16="http://schemas.microsoft.com/office/drawing/2014/main" id="{051F1E07-C741-3682-2025-C85F15AB2755}"/>
              </a:ext>
            </a:extLst>
          </p:cNvPr>
          <p:cNvPicPr>
            <a:picLocks noChangeAspect="1"/>
          </p:cNvPicPr>
          <p:nvPr/>
        </p:nvPicPr>
        <p:blipFill>
          <a:blip r:embed="rId2"/>
          <a:stretch>
            <a:fillRect/>
          </a:stretch>
        </p:blipFill>
        <p:spPr>
          <a:xfrm>
            <a:off x="5035826" y="0"/>
            <a:ext cx="7156174" cy="6858000"/>
          </a:xfrm>
          <a:prstGeom prst="rect">
            <a:avLst/>
          </a:prstGeom>
        </p:spPr>
      </p:pic>
    </p:spTree>
    <p:extLst>
      <p:ext uri="{BB962C8B-B14F-4D97-AF65-F5344CB8AC3E}">
        <p14:creationId xmlns:p14="http://schemas.microsoft.com/office/powerpoint/2010/main" val="857831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59AB697-E4C6-5705-CD9A-3773FE696132}"/>
              </a:ext>
            </a:extLst>
          </p:cNvPr>
          <p:cNvSpPr>
            <a:spLocks noGrp="1"/>
          </p:cNvSpPr>
          <p:nvPr>
            <p:ph type="title"/>
          </p:nvPr>
        </p:nvSpPr>
        <p:spPr/>
        <p:txBody>
          <a:bodyPr/>
          <a:lstStyle/>
          <a:p>
            <a:r>
              <a:rPr lang="en-IN" dirty="0"/>
              <a:t>Advantages &amp; Disadvantages of Pyramids:</a:t>
            </a:r>
          </a:p>
        </p:txBody>
      </p:sp>
      <p:sp>
        <p:nvSpPr>
          <p:cNvPr id="11" name="Content Placeholder 10">
            <a:extLst>
              <a:ext uri="{FF2B5EF4-FFF2-40B4-BE49-F238E27FC236}">
                <a16:creationId xmlns:a16="http://schemas.microsoft.com/office/drawing/2014/main" id="{4A6492AB-41D5-1F58-CDED-1483905E8908}"/>
              </a:ext>
            </a:extLst>
          </p:cNvPr>
          <p:cNvSpPr>
            <a:spLocks noGrp="1"/>
          </p:cNvSpPr>
          <p:nvPr>
            <p:ph idx="1"/>
          </p:nvPr>
        </p:nvSpPr>
        <p:spPr/>
        <p:txBody>
          <a:bodyPr/>
          <a:lstStyle/>
          <a:p>
            <a:pPr>
              <a:buFont typeface="Wingdings" panose="05000000000000000000" pitchFamily="2" charset="2"/>
              <a:buChar char="ü"/>
            </a:pPr>
            <a:r>
              <a:rPr lang="en-US" b="1" dirty="0"/>
              <a:t>Advantages:</a:t>
            </a:r>
            <a:r>
              <a:rPr lang="en-US" dirty="0"/>
              <a:t> Simple to understand and implement, effectively captures multiscale information.</a:t>
            </a:r>
          </a:p>
          <a:p>
            <a:pPr>
              <a:buFont typeface="Wingdings" panose="05000000000000000000" pitchFamily="2" charset="2"/>
              <a:buChar char="Ø"/>
            </a:pPr>
            <a:r>
              <a:rPr lang="en-IN" b="1" dirty="0"/>
              <a:t>Disadvantages:</a:t>
            </a:r>
            <a:r>
              <a:rPr lang="en-IN" dirty="0"/>
              <a:t> Redundancy (Gaussian pyramid), computational cost (Laplacian pyramid reconstruction).</a:t>
            </a:r>
          </a:p>
        </p:txBody>
      </p:sp>
    </p:spTree>
    <p:extLst>
      <p:ext uri="{BB962C8B-B14F-4D97-AF65-F5344CB8AC3E}">
        <p14:creationId xmlns:p14="http://schemas.microsoft.com/office/powerpoint/2010/main" val="354873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E01E4-B21D-5823-7D84-6AE0F05FA4B3}"/>
              </a:ext>
            </a:extLst>
          </p:cNvPr>
          <p:cNvSpPr>
            <a:spLocks noGrp="1"/>
          </p:cNvSpPr>
          <p:nvPr>
            <p:ph type="title"/>
          </p:nvPr>
        </p:nvSpPr>
        <p:spPr/>
        <p:txBody>
          <a:bodyPr/>
          <a:lstStyle/>
          <a:p>
            <a:r>
              <a:rPr lang="en-IN" dirty="0"/>
              <a:t>Wavelets</a:t>
            </a:r>
          </a:p>
        </p:txBody>
      </p:sp>
      <p:sp>
        <p:nvSpPr>
          <p:cNvPr id="3" name="Content Placeholder 2">
            <a:extLst>
              <a:ext uri="{FF2B5EF4-FFF2-40B4-BE49-F238E27FC236}">
                <a16:creationId xmlns:a16="http://schemas.microsoft.com/office/drawing/2014/main" id="{75744FBB-4845-1670-5715-D283AFDECD39}"/>
              </a:ext>
            </a:extLst>
          </p:cNvPr>
          <p:cNvSpPr>
            <a:spLocks noGrp="1"/>
          </p:cNvSpPr>
          <p:nvPr>
            <p:ph idx="1"/>
          </p:nvPr>
        </p:nvSpPr>
        <p:spPr/>
        <p:txBody>
          <a:bodyPr/>
          <a:lstStyle/>
          <a:p>
            <a:r>
              <a:rPr lang="en-US" b="1" dirty="0"/>
              <a:t>Concept:</a:t>
            </a:r>
            <a:r>
              <a:rPr lang="en-US" dirty="0"/>
              <a:t> A mathematical tool that decomposes an image into different frequency </a:t>
            </a:r>
            <a:r>
              <a:rPr lang="en-IN" dirty="0"/>
              <a:t>components at different scales.</a:t>
            </a:r>
          </a:p>
          <a:p>
            <a:r>
              <a:rPr lang="en-US" dirty="0"/>
              <a:t>Unlike Fourier Transform (which uses sine/cosine waves of infinite duration), wavelets are </a:t>
            </a:r>
            <a:r>
              <a:rPr lang="en-US" i="1" dirty="0"/>
              <a:t>localized</a:t>
            </a:r>
            <a:r>
              <a:rPr lang="en-US" dirty="0"/>
              <a:t> in both frequency and space.</a:t>
            </a:r>
          </a:p>
          <a:p>
            <a:r>
              <a:rPr lang="en-US" dirty="0"/>
              <a:t>Analogy: A "mathematical microscope" that can zoom in on details (high frequencies) or zoom out for the overall picture (low frequencies).</a:t>
            </a:r>
            <a:endParaRPr lang="en-IN" dirty="0"/>
          </a:p>
        </p:txBody>
      </p:sp>
    </p:spTree>
    <p:extLst>
      <p:ext uri="{BB962C8B-B14F-4D97-AF65-F5344CB8AC3E}">
        <p14:creationId xmlns:p14="http://schemas.microsoft.com/office/powerpoint/2010/main" val="43007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9C43C5-48D5-151B-B6D1-A2656DFA60E3}"/>
              </a:ext>
            </a:extLst>
          </p:cNvPr>
          <p:cNvSpPr>
            <a:spLocks noGrp="1"/>
          </p:cNvSpPr>
          <p:nvPr>
            <p:ph type="title"/>
          </p:nvPr>
        </p:nvSpPr>
        <p:spPr/>
        <p:txBody>
          <a:bodyPr/>
          <a:lstStyle/>
          <a:p>
            <a:r>
              <a:rPr lang="en-IN" dirty="0"/>
              <a:t>1D Wavelet Transform Intuition:</a:t>
            </a:r>
          </a:p>
        </p:txBody>
      </p:sp>
      <p:sp>
        <p:nvSpPr>
          <p:cNvPr id="6" name="Text Placeholder 5">
            <a:extLst>
              <a:ext uri="{FF2B5EF4-FFF2-40B4-BE49-F238E27FC236}">
                <a16:creationId xmlns:a16="http://schemas.microsoft.com/office/drawing/2014/main" id="{92EB51AC-61F3-64AD-0A7B-5264FF8ADC32}"/>
              </a:ext>
            </a:extLst>
          </p:cNvPr>
          <p:cNvSpPr>
            <a:spLocks noGrp="1"/>
          </p:cNvSpPr>
          <p:nvPr>
            <p:ph type="body" sz="half" idx="2"/>
          </p:nvPr>
        </p:nvSpPr>
        <p:spPr>
          <a:xfrm>
            <a:off x="1484312" y="2971799"/>
            <a:ext cx="3549121" cy="2954867"/>
          </a:xfrm>
        </p:spPr>
        <p:txBody>
          <a:bodyPr>
            <a:normAutofit/>
          </a:bodyPr>
          <a:lstStyle/>
          <a:p>
            <a:pPr marL="342900" indent="-342900">
              <a:buFont typeface="+mj-lt"/>
              <a:buAutoNum type="arabicPeriod"/>
            </a:pPr>
            <a:r>
              <a:rPr lang="en-US" b="1" dirty="0"/>
              <a:t>High-pass filter (details):</a:t>
            </a:r>
            <a:r>
              <a:rPr lang="en-US" dirty="0"/>
              <a:t> Captures rapid changes, edges. </a:t>
            </a:r>
          </a:p>
          <a:p>
            <a:pPr marL="342900" indent="-342900">
              <a:buFont typeface="+mj-lt"/>
              <a:buAutoNum type="arabicPeriod"/>
            </a:pPr>
            <a:r>
              <a:rPr lang="en-US" altLang="en-US" b="1" dirty="0">
                <a:latin typeface="Arial" panose="020B0604020202020204" pitchFamily="34" charset="0"/>
              </a:rPr>
              <a:t>Low-pass filter (approximation):</a:t>
            </a:r>
            <a:r>
              <a:rPr lang="en-US" altLang="en-US" dirty="0">
                <a:latin typeface="Arial" panose="020B0604020202020204" pitchFamily="34" charset="0"/>
              </a:rPr>
              <a:t> Captures smooth variations, overall shape. </a:t>
            </a:r>
          </a:p>
          <a:p>
            <a:pPr marL="342900" indent="-342900">
              <a:buFont typeface="+mj-lt"/>
              <a:buAutoNum type="arabicPeriod"/>
            </a:pPr>
            <a:r>
              <a:rPr lang="en-IN" b="1" dirty="0" err="1"/>
              <a:t>Downsampling</a:t>
            </a:r>
            <a:r>
              <a:rPr lang="en-IN" b="1" dirty="0"/>
              <a:t>:</a:t>
            </a:r>
            <a:r>
              <a:rPr lang="en-IN" dirty="0"/>
              <a:t> Reduces data size. </a:t>
            </a:r>
          </a:p>
          <a:p>
            <a:r>
              <a:rPr lang="en-US" i="1" dirty="0"/>
              <a:t>Illustration: Simple 1D signal decomposed into approximation and detail coefficients.</a:t>
            </a:r>
            <a:r>
              <a:rPr lang="en-US" dirty="0"/>
              <a:t> </a:t>
            </a:r>
            <a:endParaRPr lang="en-US" altLang="en-US" dirty="0">
              <a:latin typeface="Arial" panose="020B0604020202020204" pitchFamily="34" charset="0"/>
            </a:endParaRPr>
          </a:p>
        </p:txBody>
      </p:sp>
      <p:sp>
        <p:nvSpPr>
          <p:cNvPr id="19" name="Rectangle 5">
            <a:extLst>
              <a:ext uri="{FF2B5EF4-FFF2-40B4-BE49-F238E27FC236}">
                <a16:creationId xmlns:a16="http://schemas.microsoft.com/office/drawing/2014/main" id="{8C6B773E-63ED-C1C8-3133-B4287A5BCAC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Low-pass filter (approximation):</a:t>
            </a:r>
            <a:r>
              <a:rPr kumimoji="0" lang="en-US" altLang="en-US" sz="1800" b="0" i="0" u="none" strike="noStrike" cap="none" normalizeH="0" baseline="0">
                <a:ln>
                  <a:noFill/>
                </a:ln>
                <a:solidFill>
                  <a:schemeClr val="tx1"/>
                </a:solidFill>
                <a:effectLst/>
                <a:latin typeface="Arial" panose="020B0604020202020204" pitchFamily="34" charset="0"/>
              </a:rPr>
              <a:t> Captures smooth variations, overall shape.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3" name="Picture 22">
            <a:extLst>
              <a:ext uri="{FF2B5EF4-FFF2-40B4-BE49-F238E27FC236}">
                <a16:creationId xmlns:a16="http://schemas.microsoft.com/office/drawing/2014/main" id="{A999D34C-6D61-0ED9-4C54-20FB36161020}"/>
              </a:ext>
            </a:extLst>
          </p:cNvPr>
          <p:cNvPicPr>
            <a:picLocks noChangeAspect="1"/>
          </p:cNvPicPr>
          <p:nvPr/>
        </p:nvPicPr>
        <p:blipFill>
          <a:blip r:embed="rId2"/>
          <a:stretch>
            <a:fillRect/>
          </a:stretch>
        </p:blipFill>
        <p:spPr>
          <a:xfrm>
            <a:off x="5480303" y="0"/>
            <a:ext cx="6711697" cy="6858000"/>
          </a:xfrm>
          <a:prstGeom prst="rect">
            <a:avLst/>
          </a:prstGeom>
        </p:spPr>
      </p:pic>
    </p:spTree>
    <p:extLst>
      <p:ext uri="{BB962C8B-B14F-4D97-AF65-F5344CB8AC3E}">
        <p14:creationId xmlns:p14="http://schemas.microsoft.com/office/powerpoint/2010/main" val="4116173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0B64-93E5-F065-0282-8FD5E39DC16C}"/>
              </a:ext>
            </a:extLst>
          </p:cNvPr>
          <p:cNvSpPr>
            <a:spLocks noGrp="1"/>
          </p:cNvSpPr>
          <p:nvPr>
            <p:ph type="title"/>
          </p:nvPr>
        </p:nvSpPr>
        <p:spPr>
          <a:xfrm>
            <a:off x="1484312" y="76200"/>
            <a:ext cx="3549121" cy="1371600"/>
          </a:xfrm>
        </p:spPr>
        <p:txBody>
          <a:bodyPr/>
          <a:lstStyle/>
          <a:p>
            <a:r>
              <a:rPr lang="en-IN" dirty="0"/>
              <a:t>2D Discrete Wavelet Transform</a:t>
            </a:r>
          </a:p>
        </p:txBody>
      </p:sp>
      <p:sp>
        <p:nvSpPr>
          <p:cNvPr id="4" name="Text Placeholder 3">
            <a:extLst>
              <a:ext uri="{FF2B5EF4-FFF2-40B4-BE49-F238E27FC236}">
                <a16:creationId xmlns:a16="http://schemas.microsoft.com/office/drawing/2014/main" id="{2951F203-4FFC-B32B-2B1D-4C1F9D433326}"/>
              </a:ext>
            </a:extLst>
          </p:cNvPr>
          <p:cNvSpPr>
            <a:spLocks noGrp="1"/>
          </p:cNvSpPr>
          <p:nvPr>
            <p:ph type="body" sz="half" idx="2"/>
          </p:nvPr>
        </p:nvSpPr>
        <p:spPr>
          <a:xfrm>
            <a:off x="1484312" y="1447799"/>
            <a:ext cx="3549121" cy="4656667"/>
          </a:xfrm>
        </p:spPr>
        <p:txBody>
          <a:bodyPr>
            <a:normAutofit fontScale="85000" lnSpcReduction="10000"/>
          </a:bodyPr>
          <a:lstStyle/>
          <a:p>
            <a:r>
              <a:rPr lang="en-US" b="1" dirty="0"/>
              <a:t>Extension from 1D:</a:t>
            </a:r>
            <a:r>
              <a:rPr lang="en-US" dirty="0"/>
              <a:t> Apply 1D transform first to rows, then to columns of the resulting images.</a:t>
            </a:r>
          </a:p>
          <a:p>
            <a:r>
              <a:rPr lang="en-US" b="1" dirty="0"/>
              <a:t>Decomposition into Four Sub-bands (at each level):</a:t>
            </a:r>
            <a:endParaRPr lang="en-US" dirty="0"/>
          </a:p>
          <a:p>
            <a:pPr marL="342900" indent="-342900">
              <a:buFont typeface="+mj-lt"/>
              <a:buAutoNum type="arabicPeriod"/>
            </a:pPr>
            <a:r>
              <a:rPr lang="en-US" b="1" dirty="0"/>
              <a:t>LL (Low-Low):</a:t>
            </a:r>
            <a:r>
              <a:rPr lang="en-US" dirty="0"/>
              <a:t> Approximation (like a smaller, blurred version of the original)</a:t>
            </a:r>
          </a:p>
          <a:p>
            <a:pPr marL="342900" indent="-342900">
              <a:buFont typeface="+mj-lt"/>
              <a:buAutoNum type="arabicPeriod"/>
            </a:pPr>
            <a:r>
              <a:rPr lang="en-US" b="1" dirty="0"/>
              <a:t>LH (Low-High):</a:t>
            </a:r>
            <a:r>
              <a:rPr lang="en-US" dirty="0"/>
              <a:t> Horizontal details (edges)</a:t>
            </a:r>
          </a:p>
          <a:p>
            <a:pPr marL="342900" indent="-342900">
              <a:buFont typeface="+mj-lt"/>
              <a:buAutoNum type="arabicPeriod"/>
            </a:pPr>
            <a:r>
              <a:rPr lang="en-US" b="1" dirty="0"/>
              <a:t>HL (High-Low):</a:t>
            </a:r>
            <a:r>
              <a:rPr lang="en-US" dirty="0"/>
              <a:t> Vertical details (edges)</a:t>
            </a:r>
          </a:p>
          <a:p>
            <a:pPr marL="342900" indent="-342900">
              <a:buFont typeface="+mj-lt"/>
              <a:buAutoNum type="arabicPeriod"/>
            </a:pPr>
            <a:r>
              <a:rPr lang="en-US" b="1" dirty="0"/>
              <a:t>HH (High-High):</a:t>
            </a:r>
            <a:r>
              <a:rPr lang="en-US" dirty="0"/>
              <a:t> Diagonal details (corners, textures)</a:t>
            </a:r>
          </a:p>
          <a:p>
            <a:r>
              <a:rPr lang="en-US" b="1" dirty="0"/>
              <a:t>Multiresolution:</a:t>
            </a:r>
            <a:r>
              <a:rPr lang="en-US" dirty="0"/>
              <a:t> The LL sub-band can be further decomposed to get the next level of resolution.</a:t>
            </a:r>
          </a:p>
          <a:p>
            <a:r>
              <a:rPr lang="en-US" i="1" dirty="0"/>
              <a:t>Illustration: 2D image decomposition showing the LL, LH, HL, HH sub-bands after one level of DWT.</a:t>
            </a:r>
            <a:r>
              <a:rPr lang="en-US" dirty="0"/>
              <a:t> `</a:t>
            </a:r>
          </a:p>
          <a:p>
            <a:endParaRPr lang="en-IN" dirty="0"/>
          </a:p>
        </p:txBody>
      </p:sp>
      <p:pic>
        <p:nvPicPr>
          <p:cNvPr id="14" name="Picture 13">
            <a:extLst>
              <a:ext uri="{FF2B5EF4-FFF2-40B4-BE49-F238E27FC236}">
                <a16:creationId xmlns:a16="http://schemas.microsoft.com/office/drawing/2014/main" id="{4299C828-3E4E-0864-90C3-DAC5997C8A6E}"/>
              </a:ext>
            </a:extLst>
          </p:cNvPr>
          <p:cNvPicPr>
            <a:picLocks noChangeAspect="1"/>
          </p:cNvPicPr>
          <p:nvPr/>
        </p:nvPicPr>
        <p:blipFill>
          <a:blip r:embed="rId2"/>
          <a:stretch>
            <a:fillRect/>
          </a:stretch>
        </p:blipFill>
        <p:spPr>
          <a:xfrm>
            <a:off x="5033433" y="825782"/>
            <a:ext cx="6937849" cy="5206435"/>
          </a:xfrm>
          <a:prstGeom prst="rect">
            <a:avLst/>
          </a:prstGeom>
        </p:spPr>
      </p:pic>
    </p:spTree>
    <p:extLst>
      <p:ext uri="{BB962C8B-B14F-4D97-AF65-F5344CB8AC3E}">
        <p14:creationId xmlns:p14="http://schemas.microsoft.com/office/powerpoint/2010/main" val="209386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8940B3-D2B3-C6DE-BA41-F0D9CB7561D4}"/>
              </a:ext>
            </a:extLst>
          </p:cNvPr>
          <p:cNvSpPr>
            <a:spLocks noGrp="1"/>
          </p:cNvSpPr>
          <p:nvPr>
            <p:ph type="title"/>
          </p:nvPr>
        </p:nvSpPr>
        <p:spPr/>
        <p:txBody>
          <a:bodyPr/>
          <a:lstStyle/>
          <a:p>
            <a:r>
              <a:rPr lang="en-IN" dirty="0"/>
              <a:t>Advantages of Wavelets</a:t>
            </a:r>
          </a:p>
        </p:txBody>
      </p:sp>
      <p:sp>
        <p:nvSpPr>
          <p:cNvPr id="6" name="Content Placeholder 5">
            <a:extLst>
              <a:ext uri="{FF2B5EF4-FFF2-40B4-BE49-F238E27FC236}">
                <a16:creationId xmlns:a16="http://schemas.microsoft.com/office/drawing/2014/main" id="{9CC31FDB-0C20-7759-EAB7-C748AD0B9636}"/>
              </a:ext>
            </a:extLst>
          </p:cNvPr>
          <p:cNvSpPr>
            <a:spLocks noGrp="1"/>
          </p:cNvSpPr>
          <p:nvPr>
            <p:ph idx="1"/>
          </p:nvPr>
        </p:nvSpPr>
        <p:spPr/>
        <p:txBody>
          <a:bodyPr/>
          <a:lstStyle/>
          <a:p>
            <a:r>
              <a:rPr lang="en-US" b="1" dirty="0"/>
              <a:t>Compact Representation:</a:t>
            </a:r>
            <a:r>
              <a:rPr lang="en-US" dirty="0"/>
              <a:t> Often less redundant than Laplacian pyramids.</a:t>
            </a:r>
          </a:p>
          <a:p>
            <a:r>
              <a:rPr lang="en-US" b="1" dirty="0"/>
              <a:t>Spatially and Frequency Localized:</a:t>
            </a:r>
            <a:r>
              <a:rPr lang="en-US" dirty="0"/>
              <a:t> Good for analyzing non-stationary signals (like images).</a:t>
            </a:r>
          </a:p>
          <a:p>
            <a:r>
              <a:rPr lang="en-US" b="1" dirty="0"/>
              <a:t>Efficient:</a:t>
            </a:r>
            <a:r>
              <a:rPr lang="en-US" dirty="0"/>
              <a:t> Can be computed quickly using filter banks.</a:t>
            </a:r>
            <a:endParaRPr lang="en-IN" dirty="0"/>
          </a:p>
        </p:txBody>
      </p:sp>
    </p:spTree>
    <p:extLst>
      <p:ext uri="{BB962C8B-B14F-4D97-AF65-F5344CB8AC3E}">
        <p14:creationId xmlns:p14="http://schemas.microsoft.com/office/powerpoint/2010/main" val="246496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5EDFF-4E1F-9ACF-4E47-24CC3213746B}"/>
              </a:ext>
            </a:extLst>
          </p:cNvPr>
          <p:cNvSpPr>
            <a:spLocks noGrp="1"/>
          </p:cNvSpPr>
          <p:nvPr>
            <p:ph type="title"/>
          </p:nvPr>
        </p:nvSpPr>
        <p:spPr/>
        <p:txBody>
          <a:bodyPr/>
          <a:lstStyle/>
          <a:p>
            <a:r>
              <a:rPr lang="en-US" dirty="0"/>
              <a:t>Multiscale Representation for Object Detection</a:t>
            </a:r>
            <a:endParaRPr lang="en-IN" dirty="0"/>
          </a:p>
        </p:txBody>
      </p:sp>
      <p:sp>
        <p:nvSpPr>
          <p:cNvPr id="3" name="Content Placeholder 2">
            <a:extLst>
              <a:ext uri="{FF2B5EF4-FFF2-40B4-BE49-F238E27FC236}">
                <a16:creationId xmlns:a16="http://schemas.microsoft.com/office/drawing/2014/main" id="{DCB8100D-7513-0D1E-AA5A-CDFEBFBE297F}"/>
              </a:ext>
            </a:extLst>
          </p:cNvPr>
          <p:cNvSpPr>
            <a:spLocks noGrp="1"/>
          </p:cNvSpPr>
          <p:nvPr>
            <p:ph idx="1"/>
          </p:nvPr>
        </p:nvSpPr>
        <p:spPr/>
        <p:txBody>
          <a:bodyPr/>
          <a:lstStyle/>
          <a:p>
            <a:pPr marL="0" indent="0">
              <a:buNone/>
            </a:pPr>
            <a:r>
              <a:rPr lang="en-US" b="1" dirty="0"/>
              <a:t>The Challenge of Scale in Object Detection:</a:t>
            </a:r>
            <a:endParaRPr lang="en-US" dirty="0"/>
          </a:p>
          <a:p>
            <a:r>
              <a:rPr lang="en-US" dirty="0"/>
              <a:t>An object detector trained on a fixed-size input image needs a mechanism to find objects of various sizes in the real world.</a:t>
            </a:r>
          </a:p>
          <a:p>
            <a:r>
              <a:rPr lang="en-US" i="1" dirty="0"/>
              <a:t>Example: A face detector trained on 64x64 pixel faces needs to find a small face (e.g., 30x30 pixels) and a large face (e.g., 120x120 pixels) in an image.</a:t>
            </a:r>
            <a:endParaRPr lang="en-US" dirty="0"/>
          </a:p>
          <a:p>
            <a:endParaRPr lang="en-IN" dirty="0"/>
          </a:p>
        </p:txBody>
      </p:sp>
    </p:spTree>
    <p:extLst>
      <p:ext uri="{BB962C8B-B14F-4D97-AF65-F5344CB8AC3E}">
        <p14:creationId xmlns:p14="http://schemas.microsoft.com/office/powerpoint/2010/main" val="352900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26E0D-2A47-A7AB-1894-6280FFD732A4}"/>
              </a:ext>
            </a:extLst>
          </p:cNvPr>
          <p:cNvSpPr>
            <a:spLocks noGrp="1"/>
          </p:cNvSpPr>
          <p:nvPr>
            <p:ph type="title"/>
          </p:nvPr>
        </p:nvSpPr>
        <p:spPr/>
        <p:txBody>
          <a:bodyPr/>
          <a:lstStyle/>
          <a:p>
            <a:r>
              <a:rPr lang="en-US" dirty="0"/>
              <a:t>Using Image Pyramids for Object Detection (Sliding Window Approach):</a:t>
            </a:r>
            <a:endParaRPr lang="en-IN" dirty="0"/>
          </a:p>
        </p:txBody>
      </p:sp>
      <p:sp>
        <p:nvSpPr>
          <p:cNvPr id="3" name="Content Placeholder 2">
            <a:extLst>
              <a:ext uri="{FF2B5EF4-FFF2-40B4-BE49-F238E27FC236}">
                <a16:creationId xmlns:a16="http://schemas.microsoft.com/office/drawing/2014/main" id="{63CC3B00-BE12-DDC8-B75F-D799398B6091}"/>
              </a:ext>
            </a:extLst>
          </p:cNvPr>
          <p:cNvSpPr>
            <a:spLocks noGrp="1"/>
          </p:cNvSpPr>
          <p:nvPr>
            <p:ph idx="1"/>
          </p:nvPr>
        </p:nvSpPr>
        <p:spPr/>
        <p:txBody>
          <a:bodyPr>
            <a:normAutofit fontScale="77500" lnSpcReduction="20000"/>
          </a:bodyPr>
          <a:lstStyle/>
          <a:p>
            <a:pPr marL="0" indent="0">
              <a:buNone/>
            </a:pPr>
            <a:r>
              <a:rPr lang="en-US" b="1" dirty="0"/>
              <a:t>Concept:</a:t>
            </a:r>
            <a:r>
              <a:rPr lang="en-US" dirty="0"/>
              <a:t> To detect objects of different sizes, we can resize the </a:t>
            </a:r>
            <a:r>
              <a:rPr lang="en-US" i="1" dirty="0"/>
              <a:t>image</a:t>
            </a:r>
            <a:r>
              <a:rPr lang="en-US" dirty="0"/>
              <a:t> itself rather than resizing the detector.</a:t>
            </a:r>
          </a:p>
          <a:p>
            <a:pPr marL="0" indent="0">
              <a:buNone/>
            </a:pPr>
            <a:r>
              <a:rPr lang="en-IN" b="1" dirty="0"/>
              <a:t>Process:</a:t>
            </a:r>
            <a:endParaRPr lang="en-IN" dirty="0"/>
          </a:p>
          <a:p>
            <a:pPr marL="457200" indent="-457200">
              <a:buFont typeface="+mj-lt"/>
              <a:buAutoNum type="arabicPeriod"/>
            </a:pPr>
            <a:r>
              <a:rPr lang="en-US" dirty="0"/>
              <a:t>Create a Gaussian pyramid of the input image.</a:t>
            </a:r>
          </a:p>
          <a:p>
            <a:pPr marL="457200" indent="-457200">
              <a:buFont typeface="+mj-lt"/>
              <a:buAutoNum type="arabicPeriod"/>
            </a:pPr>
            <a:r>
              <a:rPr lang="en-US" dirty="0"/>
              <a:t>Run the object detector (e.g., a trained classifier with a fixed-size window) independently on each level of the pyramid.</a:t>
            </a:r>
          </a:p>
          <a:p>
            <a:pPr marL="457200" indent="-457200">
              <a:buFont typeface="+mj-lt"/>
              <a:buAutoNum type="arabicPeriod"/>
            </a:pPr>
            <a:r>
              <a:rPr lang="en-US" dirty="0"/>
              <a:t>A small object in the original image will appear larger at a higher level (lower resolution) of the pyramid, making it detectable by the fixed-size window. A large object will appear at a lower level (higher resolution).</a:t>
            </a:r>
          </a:p>
          <a:p>
            <a:pPr marL="457200" indent="-457200">
              <a:buFont typeface="+mj-lt"/>
              <a:buAutoNum type="arabicPeriod"/>
            </a:pPr>
            <a:r>
              <a:rPr lang="en-US" dirty="0"/>
              <a:t>Combine detections from all levels, scaling them back to the original image coordinates.</a:t>
            </a:r>
            <a:endParaRPr lang="en-IN" b="1" dirty="0"/>
          </a:p>
        </p:txBody>
      </p:sp>
    </p:spTree>
    <p:extLst>
      <p:ext uri="{BB962C8B-B14F-4D97-AF65-F5344CB8AC3E}">
        <p14:creationId xmlns:p14="http://schemas.microsoft.com/office/powerpoint/2010/main" val="108318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27280B-5E7C-37B3-5AA3-0009FAEC5737}"/>
              </a:ext>
            </a:extLst>
          </p:cNvPr>
          <p:cNvSpPr>
            <a:spLocks noGrp="1"/>
          </p:cNvSpPr>
          <p:nvPr>
            <p:ph type="title"/>
          </p:nvPr>
        </p:nvSpPr>
        <p:spPr>
          <a:xfrm>
            <a:off x="1484312" y="1143000"/>
            <a:ext cx="3549121" cy="1828800"/>
          </a:xfrm>
        </p:spPr>
        <p:txBody>
          <a:bodyPr>
            <a:normAutofit fontScale="90000"/>
          </a:bodyPr>
          <a:lstStyle/>
          <a:p>
            <a:r>
              <a:rPr lang="en-US" i="1" dirty="0"/>
              <a:t>Illustration: A fixed-size detector scanning different levels of a Gaussian pyramid to find objects of varying sizes in the original image.</a:t>
            </a:r>
            <a:r>
              <a:rPr lang="en-US" dirty="0"/>
              <a:t> `</a:t>
            </a:r>
            <a:endParaRPr lang="en-IN" dirty="0"/>
          </a:p>
        </p:txBody>
      </p:sp>
      <p:pic>
        <p:nvPicPr>
          <p:cNvPr id="11" name="Picture 10">
            <a:extLst>
              <a:ext uri="{FF2B5EF4-FFF2-40B4-BE49-F238E27FC236}">
                <a16:creationId xmlns:a16="http://schemas.microsoft.com/office/drawing/2014/main" id="{40890F78-40B5-3828-9020-4EB52BD49C8F}"/>
              </a:ext>
            </a:extLst>
          </p:cNvPr>
          <p:cNvPicPr>
            <a:picLocks noChangeAspect="1"/>
          </p:cNvPicPr>
          <p:nvPr/>
        </p:nvPicPr>
        <p:blipFill>
          <a:blip r:embed="rId2"/>
          <a:stretch>
            <a:fillRect/>
          </a:stretch>
        </p:blipFill>
        <p:spPr>
          <a:xfrm>
            <a:off x="5069644" y="114300"/>
            <a:ext cx="7122356" cy="6629400"/>
          </a:xfrm>
          <a:prstGeom prst="rect">
            <a:avLst/>
          </a:prstGeom>
        </p:spPr>
      </p:pic>
    </p:spTree>
    <p:extLst>
      <p:ext uri="{BB962C8B-B14F-4D97-AF65-F5344CB8AC3E}">
        <p14:creationId xmlns:p14="http://schemas.microsoft.com/office/powerpoint/2010/main" val="1535862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7A6F25-5705-F800-EDB3-797FF8E1C10F}"/>
              </a:ext>
            </a:extLst>
          </p:cNvPr>
          <p:cNvSpPr>
            <a:spLocks noGrp="1"/>
          </p:cNvSpPr>
          <p:nvPr>
            <p:ph type="title"/>
          </p:nvPr>
        </p:nvSpPr>
        <p:spPr/>
        <p:txBody>
          <a:bodyPr/>
          <a:lstStyle/>
          <a:p>
            <a:r>
              <a:rPr lang="en-IN" dirty="0"/>
              <a:t>Wavelets in Object Detection:</a:t>
            </a:r>
          </a:p>
        </p:txBody>
      </p:sp>
      <p:sp>
        <p:nvSpPr>
          <p:cNvPr id="6" name="Content Placeholder 5">
            <a:extLst>
              <a:ext uri="{FF2B5EF4-FFF2-40B4-BE49-F238E27FC236}">
                <a16:creationId xmlns:a16="http://schemas.microsoft.com/office/drawing/2014/main" id="{C1E9907D-F6B5-7B24-D8C9-25E26DBA3ACF}"/>
              </a:ext>
            </a:extLst>
          </p:cNvPr>
          <p:cNvSpPr>
            <a:spLocks noGrp="1"/>
          </p:cNvSpPr>
          <p:nvPr>
            <p:ph idx="1"/>
          </p:nvPr>
        </p:nvSpPr>
        <p:spPr/>
        <p:txBody>
          <a:bodyPr>
            <a:normAutofit fontScale="85000" lnSpcReduction="10000"/>
          </a:bodyPr>
          <a:lstStyle/>
          <a:p>
            <a:r>
              <a:rPr lang="en-US" altLang="en-US" dirty="0">
                <a:latin typeface="Arial" panose="020B0604020202020204" pitchFamily="34" charset="0"/>
              </a:rPr>
              <a:t>Features extracted using wavelet coefficients can be used as input to classifiers.</a:t>
            </a:r>
          </a:p>
          <a:p>
            <a:r>
              <a:rPr lang="en-US" altLang="en-US" dirty="0">
                <a:latin typeface="Arial" panose="020B0604020202020204" pitchFamily="34" charset="0"/>
              </a:rPr>
              <a:t>Wavelet features are inherently multiscale and capture directional information, which can be robust for detection.</a:t>
            </a:r>
          </a:p>
          <a:p>
            <a:r>
              <a:rPr lang="en-US" altLang="en-US" i="1" dirty="0">
                <a:latin typeface="Arial" panose="020B0604020202020204" pitchFamily="34" charset="0"/>
              </a:rPr>
              <a:t>Example: Early face detection systems sometimes used Haar wavelets (simple box filters) as features.</a:t>
            </a:r>
          </a:p>
          <a:p>
            <a:pPr marL="0" indent="0">
              <a:buNone/>
            </a:pPr>
            <a:r>
              <a:rPr lang="en-US" b="1" dirty="0"/>
              <a:t>Modern Context :</a:t>
            </a:r>
            <a:r>
              <a:rPr lang="en-US" dirty="0"/>
              <a:t> While classical pyramids and wavelets laid the groundwork, modern deep learning architectures often incorporate multiscale processing internally through techniques like feature pyramids (FPNs) or attention mechanisms, building on these foundational concepts.</a:t>
            </a:r>
            <a:endParaRPr lang="en-US" altLang="en-US" dirty="0">
              <a:latin typeface="Arial" panose="020B0604020202020204" pitchFamily="34" charset="0"/>
            </a:endParaRPr>
          </a:p>
        </p:txBody>
      </p:sp>
    </p:spTree>
    <p:extLst>
      <p:ext uri="{BB962C8B-B14F-4D97-AF65-F5344CB8AC3E}">
        <p14:creationId xmlns:p14="http://schemas.microsoft.com/office/powerpoint/2010/main" val="10506889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88</TotalTime>
  <Words>1044</Words>
  <Application>Microsoft Office PowerPoint</Application>
  <PresentationFormat>Widescreen</PresentationFormat>
  <Paragraphs>68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Corbel</vt:lpstr>
      <vt:lpstr>Wingdings</vt:lpstr>
      <vt:lpstr>Parallax</vt:lpstr>
      <vt:lpstr>Image Pyramids and Wavelets for Multiscale Object Detection</vt:lpstr>
      <vt:lpstr>The Need for Multiscale Representation</vt:lpstr>
      <vt:lpstr>Image Pyramids</vt:lpstr>
      <vt:lpstr>Gaussian Pyramid Construction:</vt:lpstr>
      <vt:lpstr>Illustration: Original image, then blurred and downsampled versions showing multiple levels of a Gaussian pyramid. `</vt:lpstr>
      <vt:lpstr>Laplacian Pyramid Construction (Difference Pyramid):</vt:lpstr>
      <vt:lpstr>Illustration: Showing how to derive a Laplacian level from two adjacent Gaussian levels, emphasizing the detail information it captures. `</vt:lpstr>
      <vt:lpstr>Advantages &amp; Disadvantages of Pyramids:</vt:lpstr>
      <vt:lpstr>Wavelets</vt:lpstr>
      <vt:lpstr>1D Wavelet Transform Intuition:</vt:lpstr>
      <vt:lpstr>2D Discrete Wavelet Transform</vt:lpstr>
      <vt:lpstr>Advantages of Wavelets</vt:lpstr>
      <vt:lpstr>Multiscale Representation for Object Detection</vt:lpstr>
      <vt:lpstr>Using Image Pyramids for Object Detection (Sliding Window Approach):</vt:lpstr>
      <vt:lpstr>Illustration: A fixed-size detector scanning different levels of a Gaussian pyramid to find objects of varying sizes in the original image. `</vt:lpstr>
      <vt:lpstr>Wavelets in Object Detection: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Reni Nithya</dc:creator>
  <cp:lastModifiedBy>Reni Nithya</cp:lastModifiedBy>
  <cp:revision>1</cp:revision>
  <dcterms:created xsi:type="dcterms:W3CDTF">2025-10-26T18:34:20Z</dcterms:created>
  <dcterms:modified xsi:type="dcterms:W3CDTF">2025-10-26T20:02:27Z</dcterms:modified>
</cp:coreProperties>
</file>