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19035E-6C7B-49BE-B16D-C35506845C83}" v="132" dt="2025-10-08T07:32:18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E919035E-6C7B-49BE-B16D-C35506845C83}"/>
    <pc:docChg chg="undo custSel addSld delSld modSld">
      <pc:chgData name="Reni Nithya" userId="81dbbd6ae6b89009" providerId="LiveId" clId="{E919035E-6C7B-49BE-B16D-C35506845C83}" dt="2025-10-08T07:38:50.528" v="278" actId="47"/>
      <pc:docMkLst>
        <pc:docMk/>
      </pc:docMkLst>
      <pc:sldChg chg="modSp mod">
        <pc:chgData name="Reni Nithya" userId="81dbbd6ae6b89009" providerId="LiveId" clId="{E919035E-6C7B-49BE-B16D-C35506845C83}" dt="2025-10-08T07:28:46.891" v="209" actId="20577"/>
        <pc:sldMkLst>
          <pc:docMk/>
          <pc:sldMk cId="166727185" sldId="257"/>
        </pc:sldMkLst>
        <pc:spChg chg="mod">
          <ac:chgData name="Reni Nithya" userId="81dbbd6ae6b89009" providerId="LiveId" clId="{E919035E-6C7B-49BE-B16D-C35506845C83}" dt="2025-10-08T07:28:46.891" v="209" actId="20577"/>
          <ac:spMkLst>
            <pc:docMk/>
            <pc:sldMk cId="166727185" sldId="257"/>
            <ac:spMk id="2" creationId="{95E9A9D5-B7F0-9AE5-CC59-7949690DE013}"/>
          </ac:spMkLst>
        </pc:spChg>
      </pc:sldChg>
      <pc:sldChg chg="modSp mod">
        <pc:chgData name="Reni Nithya" userId="81dbbd6ae6b89009" providerId="LiveId" clId="{E919035E-6C7B-49BE-B16D-C35506845C83}" dt="2025-10-08T07:28:55.697" v="213" actId="14100"/>
        <pc:sldMkLst>
          <pc:docMk/>
          <pc:sldMk cId="2386043673" sldId="258"/>
        </pc:sldMkLst>
        <pc:spChg chg="mod">
          <ac:chgData name="Reni Nithya" userId="81dbbd6ae6b89009" providerId="LiveId" clId="{E919035E-6C7B-49BE-B16D-C35506845C83}" dt="2025-10-08T07:28:55.697" v="213" actId="14100"/>
          <ac:spMkLst>
            <pc:docMk/>
            <pc:sldMk cId="2386043673" sldId="258"/>
            <ac:spMk id="5" creationId="{301183F6-4FC1-DB7C-9839-4F5BF611CF3B}"/>
          </ac:spMkLst>
        </pc:spChg>
      </pc:sldChg>
      <pc:sldChg chg="addSp modSp mod modClrScheme chgLayout">
        <pc:chgData name="Reni Nithya" userId="81dbbd6ae6b89009" providerId="LiveId" clId="{E919035E-6C7B-49BE-B16D-C35506845C83}" dt="2025-10-08T07:29:11.365" v="216" actId="20577"/>
        <pc:sldMkLst>
          <pc:docMk/>
          <pc:sldMk cId="4065374959" sldId="259"/>
        </pc:sldMkLst>
        <pc:spChg chg="add mod">
          <ac:chgData name="Reni Nithya" userId="81dbbd6ae6b89009" providerId="LiveId" clId="{E919035E-6C7B-49BE-B16D-C35506845C83}" dt="2025-10-08T07:29:11.365" v="216" actId="20577"/>
          <ac:spMkLst>
            <pc:docMk/>
            <pc:sldMk cId="4065374959" sldId="259"/>
            <ac:spMk id="2" creationId="{42E80314-BA47-1625-DE40-C924B3C4BF93}"/>
          </ac:spMkLst>
        </pc:spChg>
        <pc:spChg chg="add mod">
          <ac:chgData name="Reni Nithya" userId="81dbbd6ae6b89009" providerId="LiveId" clId="{E919035E-6C7B-49BE-B16D-C35506845C83}" dt="2025-10-08T07:02:59.531" v="47" actId="20577"/>
          <ac:spMkLst>
            <pc:docMk/>
            <pc:sldMk cId="4065374959" sldId="259"/>
            <ac:spMk id="3" creationId="{FC3F247B-E9C1-B26A-A1B1-112932A3B545}"/>
          </ac:spMkLst>
        </pc:spChg>
      </pc:sldChg>
      <pc:sldChg chg="addSp delSp modSp new mod">
        <pc:chgData name="Reni Nithya" userId="81dbbd6ae6b89009" providerId="LiveId" clId="{E919035E-6C7B-49BE-B16D-C35506845C83}" dt="2025-10-08T07:29:23.325" v="217"/>
        <pc:sldMkLst>
          <pc:docMk/>
          <pc:sldMk cId="1844489940" sldId="260"/>
        </pc:sldMkLst>
        <pc:spChg chg="mod">
          <ac:chgData name="Reni Nithya" userId="81dbbd6ae6b89009" providerId="LiveId" clId="{E919035E-6C7B-49BE-B16D-C35506845C83}" dt="2025-10-08T07:29:23.325" v="217"/>
          <ac:spMkLst>
            <pc:docMk/>
            <pc:sldMk cId="1844489940" sldId="260"/>
            <ac:spMk id="2" creationId="{0B4B94D9-BDB5-B651-46BA-9BE2B849D629}"/>
          </ac:spMkLst>
        </pc:spChg>
        <pc:spChg chg="add del mod">
          <ac:chgData name="Reni Nithya" userId="81dbbd6ae6b89009" providerId="LiveId" clId="{E919035E-6C7B-49BE-B16D-C35506845C83}" dt="2025-10-08T07:04:51.430" v="59" actId="20577"/>
          <ac:spMkLst>
            <pc:docMk/>
            <pc:sldMk cId="1844489940" sldId="260"/>
            <ac:spMk id="3" creationId="{2CA8E282-9CF4-1926-029D-B0B18426A8AA}"/>
          </ac:spMkLst>
        </pc:spChg>
        <pc:spChg chg="add mod">
          <ac:chgData name="Reni Nithya" userId="81dbbd6ae6b89009" providerId="LiveId" clId="{E919035E-6C7B-49BE-B16D-C35506845C83}" dt="2025-10-08T07:04:13.507" v="54"/>
          <ac:spMkLst>
            <pc:docMk/>
            <pc:sldMk cId="1844489940" sldId="260"/>
            <ac:spMk id="4" creationId="{160B97D0-28EA-800B-FE27-BAD50F8BD361}"/>
          </ac:spMkLst>
        </pc:spChg>
      </pc:sldChg>
      <pc:sldChg chg="modSp new mod">
        <pc:chgData name="Reni Nithya" userId="81dbbd6ae6b89009" providerId="LiveId" clId="{E919035E-6C7B-49BE-B16D-C35506845C83}" dt="2025-10-08T07:29:27.735" v="218"/>
        <pc:sldMkLst>
          <pc:docMk/>
          <pc:sldMk cId="2626707139" sldId="261"/>
        </pc:sldMkLst>
        <pc:spChg chg="mod">
          <ac:chgData name="Reni Nithya" userId="81dbbd6ae6b89009" providerId="LiveId" clId="{E919035E-6C7B-49BE-B16D-C35506845C83}" dt="2025-10-08T07:29:27.735" v="218"/>
          <ac:spMkLst>
            <pc:docMk/>
            <pc:sldMk cId="2626707139" sldId="261"/>
            <ac:spMk id="2" creationId="{0FD536D3-ACB1-54C8-9966-AF4C210B1478}"/>
          </ac:spMkLst>
        </pc:spChg>
        <pc:spChg chg="mod">
          <ac:chgData name="Reni Nithya" userId="81dbbd6ae6b89009" providerId="LiveId" clId="{E919035E-6C7B-49BE-B16D-C35506845C83}" dt="2025-10-08T07:07:50.806" v="64" actId="20577"/>
          <ac:spMkLst>
            <pc:docMk/>
            <pc:sldMk cId="2626707139" sldId="261"/>
            <ac:spMk id="3" creationId="{EAA1CB81-AFDD-393F-A822-05FCDF6BCC31}"/>
          </ac:spMkLst>
        </pc:spChg>
      </pc:sldChg>
      <pc:sldChg chg="addSp modSp new mod">
        <pc:chgData name="Reni Nithya" userId="81dbbd6ae6b89009" providerId="LiveId" clId="{E919035E-6C7B-49BE-B16D-C35506845C83}" dt="2025-10-08T07:29:31.670" v="219"/>
        <pc:sldMkLst>
          <pc:docMk/>
          <pc:sldMk cId="3656567351" sldId="262"/>
        </pc:sldMkLst>
        <pc:spChg chg="mod">
          <ac:chgData name="Reni Nithya" userId="81dbbd6ae6b89009" providerId="LiveId" clId="{E919035E-6C7B-49BE-B16D-C35506845C83}" dt="2025-10-08T07:29:31.670" v="219"/>
          <ac:spMkLst>
            <pc:docMk/>
            <pc:sldMk cId="3656567351" sldId="262"/>
            <ac:spMk id="2" creationId="{E3B88E37-5870-6950-CA0F-72F7A12C7439}"/>
          </ac:spMkLst>
        </pc:spChg>
        <pc:spChg chg="mod">
          <ac:chgData name="Reni Nithya" userId="81dbbd6ae6b89009" providerId="LiveId" clId="{E919035E-6C7B-49BE-B16D-C35506845C83}" dt="2025-10-08T07:12:06.088" v="82" actId="27636"/>
          <ac:spMkLst>
            <pc:docMk/>
            <pc:sldMk cId="3656567351" sldId="262"/>
            <ac:spMk id="3" creationId="{675EDF0D-1E64-797B-72C7-ABBCB4C28946}"/>
          </ac:spMkLst>
        </pc:spChg>
        <pc:picChg chg="add mod">
          <ac:chgData name="Reni Nithya" userId="81dbbd6ae6b89009" providerId="LiveId" clId="{E919035E-6C7B-49BE-B16D-C35506845C83}" dt="2025-10-08T07:12:11.881" v="83" actId="1076"/>
          <ac:picMkLst>
            <pc:docMk/>
            <pc:sldMk cId="3656567351" sldId="262"/>
            <ac:picMk id="5" creationId="{1916E2A3-B161-32A4-1EFF-F5C2ABF27156}"/>
          </ac:picMkLst>
        </pc:picChg>
      </pc:sldChg>
      <pc:sldChg chg="addSp modSp new mod">
        <pc:chgData name="Reni Nithya" userId="81dbbd6ae6b89009" providerId="LiveId" clId="{E919035E-6C7B-49BE-B16D-C35506845C83}" dt="2025-10-08T07:29:35.497" v="220"/>
        <pc:sldMkLst>
          <pc:docMk/>
          <pc:sldMk cId="629750019" sldId="263"/>
        </pc:sldMkLst>
        <pc:spChg chg="mod">
          <ac:chgData name="Reni Nithya" userId="81dbbd6ae6b89009" providerId="LiveId" clId="{E919035E-6C7B-49BE-B16D-C35506845C83}" dt="2025-10-08T07:29:35.497" v="220"/>
          <ac:spMkLst>
            <pc:docMk/>
            <pc:sldMk cId="629750019" sldId="263"/>
            <ac:spMk id="2" creationId="{DEA08EF6-0964-6870-9DF3-F5FFD2F5D54C}"/>
          </ac:spMkLst>
        </pc:spChg>
        <pc:spChg chg="mod">
          <ac:chgData name="Reni Nithya" userId="81dbbd6ae6b89009" providerId="LiveId" clId="{E919035E-6C7B-49BE-B16D-C35506845C83}" dt="2025-10-08T07:16:53.921" v="117" actId="20577"/>
          <ac:spMkLst>
            <pc:docMk/>
            <pc:sldMk cId="629750019" sldId="263"/>
            <ac:spMk id="3" creationId="{01C58103-1135-5C57-0D78-33BD178DCDFB}"/>
          </ac:spMkLst>
        </pc:spChg>
        <pc:picChg chg="add mod">
          <ac:chgData name="Reni Nithya" userId="81dbbd6ae6b89009" providerId="LiveId" clId="{E919035E-6C7B-49BE-B16D-C35506845C83}" dt="2025-10-08T07:14:48.775" v="93" actId="1076"/>
          <ac:picMkLst>
            <pc:docMk/>
            <pc:sldMk cId="629750019" sldId="263"/>
            <ac:picMk id="5" creationId="{90C65EE0-C2EC-DCDA-EB5C-51C271FA2660}"/>
          </ac:picMkLst>
        </pc:picChg>
      </pc:sldChg>
      <pc:sldChg chg="addSp delSp modSp new mod">
        <pc:chgData name="Reni Nithya" userId="81dbbd6ae6b89009" providerId="LiveId" clId="{E919035E-6C7B-49BE-B16D-C35506845C83}" dt="2025-10-08T07:29:42.995" v="221"/>
        <pc:sldMkLst>
          <pc:docMk/>
          <pc:sldMk cId="1203816343" sldId="264"/>
        </pc:sldMkLst>
        <pc:spChg chg="mod">
          <ac:chgData name="Reni Nithya" userId="81dbbd6ae6b89009" providerId="LiveId" clId="{E919035E-6C7B-49BE-B16D-C35506845C83}" dt="2025-10-08T07:29:42.995" v="221"/>
          <ac:spMkLst>
            <pc:docMk/>
            <pc:sldMk cId="1203816343" sldId="264"/>
            <ac:spMk id="2" creationId="{9D0D47FC-569F-696B-898B-6A33E5C5F465}"/>
          </ac:spMkLst>
        </pc:spChg>
        <pc:spChg chg="add del mod">
          <ac:chgData name="Reni Nithya" userId="81dbbd6ae6b89009" providerId="LiveId" clId="{E919035E-6C7B-49BE-B16D-C35506845C83}" dt="2025-10-08T07:27:11.811" v="196" actId="5793"/>
          <ac:spMkLst>
            <pc:docMk/>
            <pc:sldMk cId="1203816343" sldId="264"/>
            <ac:spMk id="3" creationId="{20F7B085-0175-0218-128D-F5D051BC3C57}"/>
          </ac:spMkLst>
        </pc:spChg>
        <pc:spChg chg="add mod">
          <ac:chgData name="Reni Nithya" userId="81dbbd6ae6b89009" providerId="LiveId" clId="{E919035E-6C7B-49BE-B16D-C35506845C83}" dt="2025-10-08T07:17:42.622" v="121"/>
          <ac:spMkLst>
            <pc:docMk/>
            <pc:sldMk cId="1203816343" sldId="264"/>
            <ac:spMk id="4" creationId="{2C18AE11-D1B5-78D7-29E1-D24BB33A2A04}"/>
          </ac:spMkLst>
        </pc:spChg>
      </pc:sldChg>
      <pc:sldChg chg="modSp new mod">
        <pc:chgData name="Reni Nithya" userId="81dbbd6ae6b89009" providerId="LiveId" clId="{E919035E-6C7B-49BE-B16D-C35506845C83}" dt="2025-10-08T07:29:46.773" v="222"/>
        <pc:sldMkLst>
          <pc:docMk/>
          <pc:sldMk cId="3310566051" sldId="265"/>
        </pc:sldMkLst>
        <pc:spChg chg="mod">
          <ac:chgData name="Reni Nithya" userId="81dbbd6ae6b89009" providerId="LiveId" clId="{E919035E-6C7B-49BE-B16D-C35506845C83}" dt="2025-10-08T07:29:46.773" v="222"/>
          <ac:spMkLst>
            <pc:docMk/>
            <pc:sldMk cId="3310566051" sldId="265"/>
            <ac:spMk id="2" creationId="{2171427A-0AC1-E96B-1A92-E078F19A50DF}"/>
          </ac:spMkLst>
        </pc:spChg>
        <pc:spChg chg="mod">
          <ac:chgData name="Reni Nithya" userId="81dbbd6ae6b89009" providerId="LiveId" clId="{E919035E-6C7B-49BE-B16D-C35506845C83}" dt="2025-10-08T07:27:47.030" v="201" actId="20577"/>
          <ac:spMkLst>
            <pc:docMk/>
            <pc:sldMk cId="3310566051" sldId="265"/>
            <ac:spMk id="3" creationId="{072FE8EC-CC8E-067F-572F-29EC8D9EF051}"/>
          </ac:spMkLst>
        </pc:spChg>
      </pc:sldChg>
      <pc:sldChg chg="modSp new mod">
        <pc:chgData name="Reni Nithya" userId="81dbbd6ae6b89009" providerId="LiveId" clId="{E919035E-6C7B-49BE-B16D-C35506845C83}" dt="2025-10-08T07:29:51.537" v="223"/>
        <pc:sldMkLst>
          <pc:docMk/>
          <pc:sldMk cId="960088498" sldId="266"/>
        </pc:sldMkLst>
        <pc:spChg chg="mod">
          <ac:chgData name="Reni Nithya" userId="81dbbd6ae6b89009" providerId="LiveId" clId="{E919035E-6C7B-49BE-B16D-C35506845C83}" dt="2025-10-08T07:29:51.537" v="223"/>
          <ac:spMkLst>
            <pc:docMk/>
            <pc:sldMk cId="960088498" sldId="266"/>
            <ac:spMk id="2" creationId="{85E3DF99-3597-E846-21C8-22D5E0416FA2}"/>
          </ac:spMkLst>
        </pc:spChg>
        <pc:spChg chg="mod">
          <ac:chgData name="Reni Nithya" userId="81dbbd6ae6b89009" providerId="LiveId" clId="{E919035E-6C7B-49BE-B16D-C35506845C83}" dt="2025-10-08T07:28:14.049" v="206" actId="20577"/>
          <ac:spMkLst>
            <pc:docMk/>
            <pc:sldMk cId="960088498" sldId="266"/>
            <ac:spMk id="3" creationId="{8B138521-7350-1586-1C17-76925744BD6B}"/>
          </ac:spMkLst>
        </pc:spChg>
      </pc:sldChg>
      <pc:sldChg chg="modSp new mod">
        <pc:chgData name="Reni Nithya" userId="81dbbd6ae6b89009" providerId="LiveId" clId="{E919035E-6C7B-49BE-B16D-C35506845C83}" dt="2025-10-08T07:31:46" v="236" actId="123"/>
        <pc:sldMkLst>
          <pc:docMk/>
          <pc:sldMk cId="1075078487" sldId="267"/>
        </pc:sldMkLst>
        <pc:spChg chg="mod">
          <ac:chgData name="Reni Nithya" userId="81dbbd6ae6b89009" providerId="LiveId" clId="{E919035E-6C7B-49BE-B16D-C35506845C83}" dt="2025-10-08T07:30:16.468" v="226" actId="20577"/>
          <ac:spMkLst>
            <pc:docMk/>
            <pc:sldMk cId="1075078487" sldId="267"/>
            <ac:spMk id="2" creationId="{8568CFC2-BD17-BE98-EE12-5C89E14E477C}"/>
          </ac:spMkLst>
        </pc:spChg>
        <pc:spChg chg="mod">
          <ac:chgData name="Reni Nithya" userId="81dbbd6ae6b89009" providerId="LiveId" clId="{E919035E-6C7B-49BE-B16D-C35506845C83}" dt="2025-10-08T07:31:46" v="236" actId="123"/>
          <ac:spMkLst>
            <pc:docMk/>
            <pc:sldMk cId="1075078487" sldId="267"/>
            <ac:spMk id="3" creationId="{A955B411-7D11-1C9F-BAF7-066AB727953A}"/>
          </ac:spMkLst>
        </pc:spChg>
      </pc:sldChg>
      <pc:sldChg chg="addSp delSp modSp new mod">
        <pc:chgData name="Reni Nithya" userId="81dbbd6ae6b89009" providerId="LiveId" clId="{E919035E-6C7B-49BE-B16D-C35506845C83}" dt="2025-10-08T07:33:44.926" v="276" actId="27636"/>
        <pc:sldMkLst>
          <pc:docMk/>
          <pc:sldMk cId="3238899560" sldId="268"/>
        </pc:sldMkLst>
        <pc:spChg chg="mod">
          <ac:chgData name="Reni Nithya" userId="81dbbd6ae6b89009" providerId="LiveId" clId="{E919035E-6C7B-49BE-B16D-C35506845C83}" dt="2025-10-08T07:32:01.242" v="238"/>
          <ac:spMkLst>
            <pc:docMk/>
            <pc:sldMk cId="3238899560" sldId="268"/>
            <ac:spMk id="2" creationId="{D9D4A024-8CB7-85E7-29C4-7AC8171F0A75}"/>
          </ac:spMkLst>
        </pc:spChg>
        <pc:spChg chg="add del mod">
          <ac:chgData name="Reni Nithya" userId="81dbbd6ae6b89009" providerId="LiveId" clId="{E919035E-6C7B-49BE-B16D-C35506845C83}" dt="2025-10-08T07:33:44.926" v="276" actId="27636"/>
          <ac:spMkLst>
            <pc:docMk/>
            <pc:sldMk cId="3238899560" sldId="268"/>
            <ac:spMk id="3" creationId="{9FC55F48-6ED6-BF27-6BED-C4DE2ED3AB7A}"/>
          </ac:spMkLst>
        </pc:spChg>
        <pc:spChg chg="add mod">
          <ac:chgData name="Reni Nithya" userId="81dbbd6ae6b89009" providerId="LiveId" clId="{E919035E-6C7B-49BE-B16D-C35506845C83}" dt="2025-10-08T07:32:16.684" v="240"/>
          <ac:spMkLst>
            <pc:docMk/>
            <pc:sldMk cId="3238899560" sldId="268"/>
            <ac:spMk id="4" creationId="{F99D0347-936C-C462-06CA-033D04FC9BCF}"/>
          </ac:spMkLst>
        </pc:spChg>
      </pc:sldChg>
      <pc:sldChg chg="new del">
        <pc:chgData name="Reni Nithya" userId="81dbbd6ae6b89009" providerId="LiveId" clId="{E919035E-6C7B-49BE-B16D-C35506845C83}" dt="2025-10-08T07:38:50.528" v="278" actId="47"/>
        <pc:sldMkLst>
          <pc:docMk/>
          <pc:sldMk cId="2780919399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CEF6-2869-15CA-2EC4-4E06122F9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8C3E4-B581-738E-EB9B-1EDCE966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5206-17A7-DDD4-B2DD-A816019D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C91CD-D9C5-58F9-79A1-6ABB3060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41DCF-D4A4-F6C2-F9CE-5ED34C9A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25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C42F-EC9A-AC62-69BB-BB3CAF8E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CDCD4-A086-73D6-2826-621EEFE10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64B6C-1B9D-14B0-D35D-8DB5DF4A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4E33F-6A7E-8539-762D-AAB3A109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287FC-608A-886E-72A6-800FF193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33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BE8A-DCFF-259A-BA68-9A4A3D36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CFC7-FD84-6B79-5CAB-023B053BC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4C8A7-CFF3-BA05-3AF2-CB7CDBA1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98879-1CD6-FB80-A6E8-83BE23E7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EE2B6-C93F-F01A-CA74-CFF2CE3E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9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F8C0-B83E-59EB-BB47-8BD5EC08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8F4B9-5FB2-1BF5-001B-5CEE9A384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4CE7D-E1DF-962F-A831-7F947EFB6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42053-EF17-8E83-0A06-320D78CD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0E350-299F-2BDA-22E5-391E533C2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89027-466E-A7C5-7450-1F495D09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05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422F-95D5-D637-8334-CB0C51D9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EE682-4B88-66D3-1A8A-6C4FD86FF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36EDC-C3CE-6A6F-A742-86AAFD9E6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A3459-3534-92CC-6B33-8079E8721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52DDBE-BF48-5CF5-F759-7855EA6A1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D0E06-3C30-4CFD-6C81-F3FE60C6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74DBD-1EB0-E5EC-1634-9DDEA880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9E821-5EEC-2DAB-CC5A-28A9DBF8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4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779B-9E05-49B9-D540-EE1A933F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33276-B4BE-E55A-2734-57ADAF5E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166F4-6874-A749-0C4E-13EAD9E4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A6263-37D2-426B-B6BB-9831369E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0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E1A8F-3CD1-5CBE-61CB-FC6C64A38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CA8A6-2BEE-3070-C91A-BB476E7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8A3CF-B64E-20A7-AAD2-17D3BB83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6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2698-90E0-C0BD-2190-94986D7E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F045A-CCA5-1E81-98F9-313B028EF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7BAF5-0533-F096-29F0-D67D88F58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1AB35-9849-C446-515D-D6A7C1455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B27D3-ABED-E669-EFB4-48687127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6BD3-2C52-7447-8431-B0098967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1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961D-9FAE-EDD2-CD5B-D4052B6D0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01D6F-F14E-7F28-EB21-BEFC83797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939C4-48EA-DBA2-7F36-DCEFA530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6EDF1-7733-186C-ACC1-3B464F44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0F60-DDCD-DD39-0A94-22EB931C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F7CCA-31DE-6D17-38CB-DEAA3D7F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40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6C93-BC49-6414-6E71-3A8AF68A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BDEC8-702B-31FF-3833-354483DEB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88FB-A00E-2FFD-0F61-966CAD4C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4E299-1174-501E-D644-C496354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CFF7-F770-48E9-478F-57A3F402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95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6A527-B51B-EC14-EEAC-95FE0FADA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EA9DB-DA11-FEB0-41E2-25749BDF3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A3333-1E4F-D034-3A96-47E83B60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DFA97-8109-1439-E0FC-38744C4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B960-52DA-5017-B890-E3E21B86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71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B1500-F04E-D62E-9106-ED133BB8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88F1E-B823-AB0A-52D3-391F1E0C6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FAA73-3171-2548-267B-E8D4209FE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1FDDC-A18D-4020-BF3D-F1F1DCC9674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B8E6E-6DEA-29DA-A0DE-846453614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63946-5050-D591-81B3-8DE23B85B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1F958-8C21-4D47-8129-C98B24C338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28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C9CE-A6A8-B3FE-3F53-F48886D4E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Stepwise filtering and restoration approach for robotic vision tasks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43FE8-D061-1A13-F5C0-16A39B2F80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30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A9D5-B7F0-9AE5-CC59-7949690D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Stepwise filtering and restoration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4BEF9-583B-4E75-5D1F-A48BAF018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Images acquired by robotic vision systems are corrupted by noise (sensor read noise, photon noise, compression artifacts) and degradations (blur from motion/defocus). </a:t>
            </a:r>
          </a:p>
          <a:p>
            <a:pPr algn="just"/>
            <a:r>
              <a:rPr lang="en-US" dirty="0"/>
              <a:t>A stepwise filtering and restoration pipeline improves downstream tasks (feature detection, localization, object recognition) by increasing SNR and restoring spatial details.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2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1183F6-4FC1-DB7C-9839-4F5BF611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624667" cy="2127303"/>
          </a:xfrm>
        </p:spPr>
        <p:txBody>
          <a:bodyPr>
            <a:normAutofit fontScale="90000"/>
          </a:bodyPr>
          <a:lstStyle/>
          <a:p>
            <a:r>
              <a:rPr lang="en-US" dirty="0"/>
              <a:t>2. Overview of the proposed pipeline</a:t>
            </a:r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6064844-0A35-BB05-FE95-3C92F7C5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87" y="0"/>
            <a:ext cx="10773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4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0314-BA47-1625-DE40-C924B3C4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1 — Inspect data &amp; estimate noise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3F247B-E9C1-B26A-A1B1-112932A3B5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Compute sample statistics: mean, variance, histogram, and patch-based local variance.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Estimate noise model: Gaussian (read noise), Poisson (photon noise), or impulse (salt-and-pepper).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Simple estimator for Gaussian noise </a:t>
                </a:r>
                <a:r>
                  <a:rPr lang="el-GR" dirty="0"/>
                  <a:t>σ: </a:t>
                </a:r>
                <a:r>
                  <a:rPr lang="en-IN" dirty="0"/>
                  <a:t>take multiple flat patches or use robust median absolute deviation (MAD) on wavelet high-frequency coefficients:</a:t>
                </a: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IN" dirty="0"/>
                  <a:t>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𝑚𝑒𝑑𝑖𝑎𝑛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0.6745</m:t>
                        </m:r>
                      </m:den>
                    </m:f>
                  </m:oMath>
                </a14:m>
                <a:r>
                  <a:rPr lang="en-IN" dirty="0"/>
                  <a:t>, </a:t>
                </a:r>
                <a:r>
                  <a:rPr lang="en-US" dirty="0"/>
                  <a:t>where W are wavelet detail coefficients.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3F247B-E9C1-B26A-A1B1-112932A3B5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37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B94D9-BDB5-B651-46BA-9BE2B849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2 — Radiometric correction &amp; normalization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E282-9CF4-1926-029D-B0B18426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Subtract bias/dark frame if available, divide by flat-field to correct vignetting.</a:t>
            </a:r>
          </a:p>
          <a:p>
            <a:r>
              <a:rPr lang="en-US" dirty="0"/>
              <a:t>Normalize intensities (0–1 or 0–255). </a:t>
            </a:r>
          </a:p>
          <a:p>
            <a:r>
              <a:rPr lang="en-US" dirty="0"/>
              <a:t>Convert to grayscale if color not needed for downstream tasks.</a:t>
            </a:r>
          </a:p>
          <a:p>
            <a:r>
              <a:rPr lang="en-US" dirty="0"/>
              <a:t>If using color, operate in a perceptual space (e.g., </a:t>
            </a:r>
            <a:r>
              <a:rPr lang="en-US" dirty="0" err="1"/>
              <a:t>YCbCr</a:t>
            </a:r>
            <a:r>
              <a:rPr lang="en-US" dirty="0"/>
              <a:t>) and denoise luminance (Y) primarily.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48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36D3-ACB1-54C8-9966-AF4C210B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IN" dirty="0"/>
              <a:t>Step 3 — Handle impulse / salt-and-pepper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1CB81-AFDD-393F-A822-05FCDF6BC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median filter (window 3×3 or 5×5) or adaptive median to remove isolated spikes while preserving edges.</a:t>
            </a:r>
          </a:p>
          <a:p>
            <a:r>
              <a:rPr lang="en-US" dirty="0"/>
              <a:t>Adaptive median increases window until median differs from boundary values, good for variable densities.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707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8E37-5870-6950-CA0F-72F7A12C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4 — Edge-preserving spatial denoising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DF0D-1E64-797B-72C7-ABBCB4C28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Bilateral filter</a:t>
            </a:r>
            <a:r>
              <a:rPr lang="en-US" dirty="0"/>
              <a:t> (good baseline): preserves edges via spatial &amp; range kernels.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Non-Local Means (NLM): averages patches weighted by patch similarity; good for textured regions.</a:t>
            </a:r>
          </a:p>
          <a:p>
            <a:r>
              <a:rPr lang="en-US" dirty="0"/>
              <a:t>BM3D (Block-Matching and 3D filtering): state-of-the-art classical method — groups similar patches and does collaborative filtering in transform domain. Use when high-quality denoising is required.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6E2A3-B161-32A4-1EFF-F5C2ABF2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2373750"/>
            <a:ext cx="7887801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6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8EF6-0964-6870-9DF3-F5FFD2F5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5 — Transform / frequency-domain denoising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58103-1135-5C57-0D78-33BD178DC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Wiener filter for additive Gaussian noise and known blur: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Wavelet shrinkage / soft-thresholding: decompose image, threshold high-frequency coefficients. Threshold can be universal: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rad>
                  </m:oMath>
                </a14:m>
                <a:endParaRPr lang="en-US" dirty="0"/>
              </a:p>
              <a:p>
                <a:r>
                  <a:rPr lang="en-US" dirty="0"/>
                  <a:t>Use transform denoising when noise is broadband and structural details are preserved by patch methods.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58103-1135-5C57-0D78-33BD178DC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0C65EE0-C2EC-DCDA-EB5C-51C271FA2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416" y="2347332"/>
            <a:ext cx="484890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50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47FC-569F-696B-898B-6A33E5C5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6 — Image restoration (deblurring)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7B085-0175-0218-128D-F5D051BC3C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If blurry (motion or defocus), estimate blur PSF then deconvolve:</a:t>
                </a:r>
              </a:p>
              <a:p>
                <a:pPr lvl="1"/>
                <a:r>
                  <a:rPr lang="en-IN" dirty="0"/>
                  <a:t>Blind deconvolution (estimate PSF + image): iterative algorithms (e.g., alternating minimization).</a:t>
                </a:r>
              </a:p>
              <a:p>
                <a:pPr lvl="1"/>
                <a:r>
                  <a:rPr lang="en-IN" dirty="0"/>
                  <a:t>Wiener deconvolution if PSF is known/estimated.</a:t>
                </a:r>
              </a:p>
              <a:p>
                <a:pPr lvl="1"/>
                <a:r>
                  <a:rPr lang="en-IN" dirty="0"/>
                  <a:t>Richardson–Lucy: iterative maximum-likelihood deconvolution for Poisson noise.</a:t>
                </a:r>
              </a:p>
              <a:p>
                <a:r>
                  <a:rPr lang="en-IN" dirty="0"/>
                  <a:t>Regularize to avoid noise amplification — e.g., total variation (TV) regularization: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func>
                            <m:func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7B085-0175-0218-128D-F5D051BC3C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81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427A-0AC1-E96B-1A92-E078F19A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7 — Contrast / local tone correction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FE8EC-CC8E-067F-572F-29EC8D9E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contrast-limited adaptive histogram equalization (CLAHE) on luminance to avoid boosting noise.</a:t>
            </a:r>
          </a:p>
          <a:p>
            <a:r>
              <a:rPr lang="en-US" dirty="0"/>
              <a:t>Gamma correction if camera response is nonlinear.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566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DF99-3597-E846-21C8-22D5E041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Step 8 — Final cleanup &amp; morphological 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38521-7350-1586-1C17-76925744B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small morphological opening/closing to remove tiny residual artifacts in binary/mask tasks.</a:t>
            </a:r>
          </a:p>
          <a:p>
            <a:r>
              <a:rPr lang="en-US" dirty="0"/>
              <a:t>Sharpening: unsharp mask with small radius and low strength if slight sharpening is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08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CFC2-BD17-BE98-EE12-5C89E14E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Evaluation metrics &amp;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B411-7D11-1C9F-BAF7-066AB7279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PSNR (Peak Signal-to-Noise Ratio) — easy but doesn’t match perceptual quality.</a:t>
            </a:r>
          </a:p>
          <a:p>
            <a:r>
              <a:rPr lang="en-US" dirty="0"/>
              <a:t>SSIM (Structural Similarity Index) — better for perceived quality.</a:t>
            </a:r>
          </a:p>
          <a:p>
            <a:r>
              <a:rPr lang="en-US" dirty="0"/>
              <a:t>MSE (Mean Squared Error) — basic indicator.</a:t>
            </a:r>
          </a:p>
          <a:p>
            <a:r>
              <a:rPr lang="en-US" dirty="0"/>
              <a:t>Edge preservation index / Gradient similarity — to verify features used by robotic vision (e.g., Harris corners).</a:t>
            </a:r>
          </a:p>
          <a:p>
            <a:r>
              <a:rPr lang="en-US" dirty="0"/>
              <a:t>Task-level metrics: detection accuracy, feature matching score, localization error — ultimately these matter most for robotic tasks.</a:t>
            </a:r>
          </a:p>
          <a:p>
            <a:r>
              <a:rPr lang="en-US" dirty="0"/>
              <a:t>Always evaluate on held-out test images and, where possible, with ground-truth clean images or synthetic noise added to clean images.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078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A024-8CB7-85E7-29C4-7AC8171F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Practical implementation notes &amp; parameter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55F48-6ED6-BF27-6BED-C4DE2ED3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Start with automatic noise estimation, then:</a:t>
            </a:r>
          </a:p>
          <a:p>
            <a:pPr lvl="1"/>
            <a:r>
              <a:rPr lang="en-IN" dirty="0"/>
              <a:t>For low Gaussian noise (</a:t>
            </a:r>
            <a:r>
              <a:rPr lang="el-GR" dirty="0"/>
              <a:t>σ &lt; 10 </a:t>
            </a:r>
            <a:r>
              <a:rPr lang="en-IN" dirty="0"/>
              <a:t>on 0–255): bilateral / small Gaussian + NLM.</a:t>
            </a:r>
          </a:p>
          <a:p>
            <a:pPr lvl="1"/>
            <a:r>
              <a:rPr lang="en-IN" dirty="0"/>
              <a:t>For moderate-to-high noise: BM3D or deep-learning denoisers (</a:t>
            </a:r>
            <a:r>
              <a:rPr lang="en-IN" dirty="0" err="1"/>
              <a:t>DnCNN</a:t>
            </a:r>
            <a:r>
              <a:rPr lang="en-IN" dirty="0"/>
              <a:t>, </a:t>
            </a:r>
            <a:r>
              <a:rPr lang="en-IN" dirty="0" err="1"/>
              <a:t>FFDNet</a:t>
            </a:r>
            <a:r>
              <a:rPr lang="en-IN" dirty="0"/>
              <a:t>) if resources allow.</a:t>
            </a:r>
          </a:p>
          <a:p>
            <a:r>
              <a:rPr lang="en-IN" dirty="0"/>
              <a:t>Trade-offs:</a:t>
            </a:r>
          </a:p>
          <a:p>
            <a:pPr lvl="1"/>
            <a:r>
              <a:rPr lang="en-IN" dirty="0"/>
              <a:t>Bilateral/NLM: slower on large images — use fast approximations or </a:t>
            </a:r>
            <a:r>
              <a:rPr lang="en-IN" dirty="0" err="1"/>
              <a:t>downsample</a:t>
            </a:r>
            <a:r>
              <a:rPr lang="en-IN" dirty="0"/>
              <a:t> for parameter search.</a:t>
            </a:r>
          </a:p>
          <a:p>
            <a:pPr lvl="1"/>
            <a:r>
              <a:rPr lang="en-IN" dirty="0"/>
              <a:t>BM3D: excellent quality; more complex to implement but available in libraries.</a:t>
            </a:r>
          </a:p>
          <a:p>
            <a:r>
              <a:rPr lang="en-IN" dirty="0"/>
              <a:t>Implementation libraries: OpenCV (median, bilateral, fast nonlocal means), scikit-image (</a:t>
            </a:r>
            <a:r>
              <a:rPr lang="en-IN" dirty="0" err="1"/>
              <a:t>denoise_nl_means</a:t>
            </a:r>
            <a:r>
              <a:rPr lang="en-IN" dirty="0"/>
              <a:t>), BM3D packages, </a:t>
            </a:r>
            <a:r>
              <a:rPr lang="en-IN" dirty="0" err="1"/>
              <a:t>PyTorch</a:t>
            </a:r>
            <a:r>
              <a:rPr lang="en-IN" dirty="0"/>
              <a:t>/TensorFlow for DL denoisers.</a:t>
            </a:r>
          </a:p>
          <a:p>
            <a:r>
              <a:rPr lang="en-IN" dirty="0"/>
              <a:t>For real-time robotic vision: use fast filters (guided filter, fast bilateral, approximate NLM) or run heavy denoising on a GPU.</a:t>
            </a:r>
          </a:p>
        </p:txBody>
      </p:sp>
    </p:spTree>
    <p:extLst>
      <p:ext uri="{BB962C8B-B14F-4D97-AF65-F5344CB8AC3E}">
        <p14:creationId xmlns:p14="http://schemas.microsoft.com/office/powerpoint/2010/main" val="323889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803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Stepwise filtering and restoration approach for robotic vision tasks</vt:lpstr>
      <vt:lpstr>1. Stepwise filtering and restoration</vt:lpstr>
      <vt:lpstr>2. Overview of the proposed pipeline</vt:lpstr>
      <vt:lpstr>3. Step 1 — Inspect data &amp; estimate noise</vt:lpstr>
      <vt:lpstr>3. Step 2 — Radiometric correction &amp; normalization</vt:lpstr>
      <vt:lpstr>3. Step 3 — Handle impulse / salt-and-pepper noise</vt:lpstr>
      <vt:lpstr>3. Step 4 — Edge-preserving spatial denoising</vt:lpstr>
      <vt:lpstr>3. Step 5 — Transform / frequency-domain denoising</vt:lpstr>
      <vt:lpstr>3. Step 6 — Image restoration (deblurring)</vt:lpstr>
      <vt:lpstr>3. Step 7 — Contrast / local tone correction</vt:lpstr>
      <vt:lpstr>3. Step 8 — Final cleanup &amp; morphological ops</vt:lpstr>
      <vt:lpstr>4. Evaluation metrics &amp; verification</vt:lpstr>
      <vt:lpstr>5. Practical implementation notes &amp; parameter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ஆ சேவியர் ரெனி பிரசாத்</dc:creator>
  <cp:lastModifiedBy>Reni Nithya</cp:lastModifiedBy>
  <cp:revision>2</cp:revision>
  <dcterms:created xsi:type="dcterms:W3CDTF">2025-10-06T11:28:22Z</dcterms:created>
  <dcterms:modified xsi:type="dcterms:W3CDTF">2025-10-08T07:38:57Z</dcterms:modified>
</cp:coreProperties>
</file>