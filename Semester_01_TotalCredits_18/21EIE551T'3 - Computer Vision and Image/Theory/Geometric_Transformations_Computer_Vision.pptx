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8" r:id="rId4"/>
    <p:sldId id="257" r:id="rId5"/>
    <p:sldId id="258" r:id="rId6"/>
    <p:sldId id="259" r:id="rId7"/>
    <p:sldId id="260" r:id="rId8"/>
    <p:sldId id="261" r:id="rId9"/>
    <p:sldId id="266" r:id="rId10"/>
    <p:sldId id="270" r:id="rId11"/>
    <p:sldId id="271" r:id="rId12"/>
    <p:sldId id="272" r:id="rId13"/>
    <p:sldId id="269" r:id="rId14"/>
    <p:sldId id="262" r:id="rId15"/>
    <p:sldId id="263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6EAE5F-94DA-4793-B071-D3561A0D9FE8}" v="43" dt="2025-11-01T10:21:34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i Nithya" userId="81dbbd6ae6b89009" providerId="LiveId" clId="{712AF1E0-38CE-403E-8C05-4A6DF01D01E8}"/>
    <pc:docChg chg="undo custSel addSld delSld modSld sldOrd">
      <pc:chgData name="Reni Nithya" userId="81dbbd6ae6b89009" providerId="LiveId" clId="{712AF1E0-38CE-403E-8C05-4A6DF01D01E8}" dt="2025-11-01T10:22:32.175" v="268" actId="12"/>
      <pc:docMkLst>
        <pc:docMk/>
      </pc:docMkLst>
      <pc:sldChg chg="addSp delSp modSp mod">
        <pc:chgData name="Reni Nithya" userId="81dbbd6ae6b89009" providerId="LiveId" clId="{712AF1E0-38CE-403E-8C05-4A6DF01D01E8}" dt="2025-11-01T09:34:11.486" v="101" actId="22"/>
        <pc:sldMkLst>
          <pc:docMk/>
          <pc:sldMk cId="0" sldId="256"/>
        </pc:sldMkLst>
        <pc:spChg chg="mod">
          <ac:chgData name="Reni Nithya" userId="81dbbd6ae6b89009" providerId="LiveId" clId="{712AF1E0-38CE-403E-8C05-4A6DF01D01E8}" dt="2025-11-01T09:11:13.284" v="3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Reni Nithya" userId="81dbbd6ae6b89009" providerId="LiveId" clId="{712AF1E0-38CE-403E-8C05-4A6DF01D01E8}" dt="2025-11-01T09:10:58.479" v="0" actId="478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Reni Nithya" userId="81dbbd6ae6b89009" providerId="LiveId" clId="{712AF1E0-38CE-403E-8C05-4A6DF01D01E8}" dt="2025-11-01T09:11:04.935" v="1" actId="478"/>
          <ac:spMkLst>
            <pc:docMk/>
            <pc:sldMk cId="0" sldId="256"/>
            <ac:spMk id="5" creationId="{1A3AD81C-9CE2-3F1D-FA58-343047BF3DF8}"/>
          </ac:spMkLst>
        </pc:spChg>
        <pc:picChg chg="add del">
          <ac:chgData name="Reni Nithya" userId="81dbbd6ae6b89009" providerId="LiveId" clId="{712AF1E0-38CE-403E-8C05-4A6DF01D01E8}" dt="2025-11-01T09:34:11.486" v="101" actId="22"/>
          <ac:picMkLst>
            <pc:docMk/>
            <pc:sldMk cId="0" sldId="256"/>
            <ac:picMk id="7" creationId="{48A373A8-B837-B9C5-6BBA-DDAC9ED950E9}"/>
          </ac:picMkLst>
        </pc:picChg>
      </pc:sldChg>
      <pc:sldChg chg="addSp modSp mod">
        <pc:chgData name="Reni Nithya" userId="81dbbd6ae6b89009" providerId="LiveId" clId="{712AF1E0-38CE-403E-8C05-4A6DF01D01E8}" dt="2025-11-01T09:20:04.294" v="8" actId="1076"/>
        <pc:sldMkLst>
          <pc:docMk/>
          <pc:sldMk cId="0" sldId="257"/>
        </pc:sldMkLst>
        <pc:spChg chg="mod">
          <ac:chgData name="Reni Nithya" userId="81dbbd6ae6b89009" providerId="LiveId" clId="{712AF1E0-38CE-403E-8C05-4A6DF01D01E8}" dt="2025-11-01T09:19:59.067" v="7" actId="20577"/>
          <ac:spMkLst>
            <pc:docMk/>
            <pc:sldMk cId="0" sldId="257"/>
            <ac:spMk id="3" creationId="{00000000-0000-0000-0000-000000000000}"/>
          </ac:spMkLst>
        </pc:spChg>
        <pc:picChg chg="add mod">
          <ac:chgData name="Reni Nithya" userId="81dbbd6ae6b89009" providerId="LiveId" clId="{712AF1E0-38CE-403E-8C05-4A6DF01D01E8}" dt="2025-11-01T09:20:04.294" v="8" actId="1076"/>
          <ac:picMkLst>
            <pc:docMk/>
            <pc:sldMk cId="0" sldId="257"/>
            <ac:picMk id="5" creationId="{96FF9AA2-D361-8EAD-CEC2-4879AA28EA22}"/>
          </ac:picMkLst>
        </pc:picChg>
      </pc:sldChg>
      <pc:sldChg chg="addSp delSp modSp mod">
        <pc:chgData name="Reni Nithya" userId="81dbbd6ae6b89009" providerId="LiveId" clId="{712AF1E0-38CE-403E-8C05-4A6DF01D01E8}" dt="2025-11-01T09:24:28.857" v="50" actId="12"/>
        <pc:sldMkLst>
          <pc:docMk/>
          <pc:sldMk cId="0" sldId="258"/>
        </pc:sldMkLst>
        <pc:spChg chg="mod">
          <ac:chgData name="Reni Nithya" userId="81dbbd6ae6b89009" providerId="LiveId" clId="{712AF1E0-38CE-403E-8C05-4A6DF01D01E8}" dt="2025-11-01T09:24:28.857" v="50" actId="12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Reni Nithya" userId="81dbbd6ae6b89009" providerId="LiveId" clId="{712AF1E0-38CE-403E-8C05-4A6DF01D01E8}" dt="2025-11-01T09:24:08.978" v="39" actId="27636"/>
          <ac:spMkLst>
            <pc:docMk/>
            <pc:sldMk cId="0" sldId="258"/>
            <ac:spMk id="8" creationId="{2D7CAA47-D45A-4054-3FCD-AB75A3DC7AA3}"/>
          </ac:spMkLst>
        </pc:spChg>
        <pc:picChg chg="add del mod">
          <ac:chgData name="Reni Nithya" userId="81dbbd6ae6b89009" providerId="LiveId" clId="{712AF1E0-38CE-403E-8C05-4A6DF01D01E8}" dt="2025-11-01T09:23:06.724" v="15" actId="478"/>
          <ac:picMkLst>
            <pc:docMk/>
            <pc:sldMk cId="0" sldId="258"/>
            <ac:picMk id="5" creationId="{B0A84B7F-9BAF-6C90-CC9E-EACDE7E23FD0}"/>
          </ac:picMkLst>
        </pc:picChg>
        <pc:picChg chg="add mod">
          <ac:chgData name="Reni Nithya" userId="81dbbd6ae6b89009" providerId="LiveId" clId="{712AF1E0-38CE-403E-8C05-4A6DF01D01E8}" dt="2025-11-01T09:23:50.114" v="27" actId="1076"/>
          <ac:picMkLst>
            <pc:docMk/>
            <pc:sldMk cId="0" sldId="258"/>
            <ac:picMk id="7" creationId="{BB706021-A65A-FA30-F5CD-B6F380F21F55}"/>
          </ac:picMkLst>
        </pc:picChg>
      </pc:sldChg>
      <pc:sldChg chg="addSp delSp modSp mod">
        <pc:chgData name="Reni Nithya" userId="81dbbd6ae6b89009" providerId="LiveId" clId="{712AF1E0-38CE-403E-8C05-4A6DF01D01E8}" dt="2025-11-01T09:25:59.297" v="62" actId="27636"/>
        <pc:sldMkLst>
          <pc:docMk/>
          <pc:sldMk cId="0" sldId="259"/>
        </pc:sldMkLst>
        <pc:spChg chg="mod">
          <ac:chgData name="Reni Nithya" userId="81dbbd6ae6b89009" providerId="LiveId" clId="{712AF1E0-38CE-403E-8C05-4A6DF01D01E8}" dt="2025-11-01T09:25:59.297" v="62" actId="27636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Reni Nithya" userId="81dbbd6ae6b89009" providerId="LiveId" clId="{712AF1E0-38CE-403E-8C05-4A6DF01D01E8}" dt="2025-11-01T09:25:46.522" v="56" actId="22"/>
          <ac:spMkLst>
            <pc:docMk/>
            <pc:sldMk cId="0" sldId="259"/>
            <ac:spMk id="7" creationId="{C7DE3DBE-4897-8837-A405-6B60DE90BD75}"/>
          </ac:spMkLst>
        </pc:spChg>
        <pc:picChg chg="add mod">
          <ac:chgData name="Reni Nithya" userId="81dbbd6ae6b89009" providerId="LiveId" clId="{712AF1E0-38CE-403E-8C05-4A6DF01D01E8}" dt="2025-11-01T09:25:39.039" v="54" actId="1076"/>
          <ac:picMkLst>
            <pc:docMk/>
            <pc:sldMk cId="0" sldId="259"/>
            <ac:picMk id="5" creationId="{85FC6962-C62B-544B-B9A4-E9359B8B5836}"/>
          </ac:picMkLst>
        </pc:picChg>
      </pc:sldChg>
      <pc:sldChg chg="addSp modSp mod">
        <pc:chgData name="Reni Nithya" userId="81dbbd6ae6b89009" providerId="LiveId" clId="{712AF1E0-38CE-403E-8C05-4A6DF01D01E8}" dt="2025-11-01T09:31:01.601" v="99" actId="1076"/>
        <pc:sldMkLst>
          <pc:docMk/>
          <pc:sldMk cId="0" sldId="260"/>
        </pc:sldMkLst>
        <pc:spChg chg="mod">
          <ac:chgData name="Reni Nithya" userId="81dbbd6ae6b89009" providerId="LiveId" clId="{712AF1E0-38CE-403E-8C05-4A6DF01D01E8}" dt="2025-11-01T09:30:58.786" v="98" actId="27636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Reni Nithya" userId="81dbbd6ae6b89009" providerId="LiveId" clId="{712AF1E0-38CE-403E-8C05-4A6DF01D01E8}" dt="2025-11-01T09:31:01.601" v="99" actId="1076"/>
          <ac:picMkLst>
            <pc:docMk/>
            <pc:sldMk cId="0" sldId="260"/>
            <ac:picMk id="5" creationId="{7C750302-E172-D61C-9FE2-27F736DF341A}"/>
          </ac:picMkLst>
        </pc:picChg>
      </pc:sldChg>
      <pc:sldChg chg="addSp delSp modSp mod">
        <pc:chgData name="Reni Nithya" userId="81dbbd6ae6b89009" providerId="LiveId" clId="{712AF1E0-38CE-403E-8C05-4A6DF01D01E8}" dt="2025-11-01T09:48:12.115" v="149"/>
        <pc:sldMkLst>
          <pc:docMk/>
          <pc:sldMk cId="0" sldId="261"/>
        </pc:sldMkLst>
        <pc:spChg chg="mod">
          <ac:chgData name="Reni Nithya" userId="81dbbd6ae6b89009" providerId="LiveId" clId="{712AF1E0-38CE-403E-8C05-4A6DF01D01E8}" dt="2025-11-01T09:24:10.302" v="41" actId="27636"/>
          <ac:spMkLst>
            <pc:docMk/>
            <pc:sldMk cId="0" sldId="261"/>
            <ac:spMk id="2" creationId="{00000000-0000-0000-0000-000000000000}"/>
          </ac:spMkLst>
        </pc:spChg>
        <pc:spChg chg="mod">
          <ac:chgData name="Reni Nithya" userId="81dbbd6ae6b89009" providerId="LiveId" clId="{712AF1E0-38CE-403E-8C05-4A6DF01D01E8}" dt="2025-11-01T09:48:04.073" v="146" actId="27636"/>
          <ac:spMkLst>
            <pc:docMk/>
            <pc:sldMk cId="0" sldId="261"/>
            <ac:spMk id="3" creationId="{00000000-0000-0000-0000-000000000000}"/>
          </ac:spMkLst>
        </pc:spChg>
        <pc:spChg chg="add del mod">
          <ac:chgData name="Reni Nithya" userId="81dbbd6ae6b89009" providerId="LiveId" clId="{712AF1E0-38CE-403E-8C05-4A6DF01D01E8}" dt="2025-11-01T09:38:11.561" v="124"/>
          <ac:spMkLst>
            <pc:docMk/>
            <pc:sldMk cId="0" sldId="261"/>
            <ac:spMk id="4" creationId="{6DF5951A-6B66-3D75-6297-D877FBD38433}"/>
          </ac:spMkLst>
        </pc:spChg>
        <pc:spChg chg="add del mod">
          <ac:chgData name="Reni Nithya" userId="81dbbd6ae6b89009" providerId="LiveId" clId="{712AF1E0-38CE-403E-8C05-4A6DF01D01E8}" dt="2025-11-01T09:48:12.115" v="149"/>
          <ac:spMkLst>
            <pc:docMk/>
            <pc:sldMk cId="0" sldId="261"/>
            <ac:spMk id="7" creationId="{095E95B8-1C17-4DDC-A033-7B32F73FF9E6}"/>
          </ac:spMkLst>
        </pc:spChg>
        <pc:picChg chg="add mod">
          <ac:chgData name="Reni Nithya" userId="81dbbd6ae6b89009" providerId="LiveId" clId="{712AF1E0-38CE-403E-8C05-4A6DF01D01E8}" dt="2025-11-01T09:48:10.153" v="147" actId="1076"/>
          <ac:picMkLst>
            <pc:docMk/>
            <pc:sldMk cId="0" sldId="261"/>
            <ac:picMk id="6" creationId="{861347BC-8E75-1739-A5DC-3192EFE9D09E}"/>
          </ac:picMkLst>
        </pc:picChg>
      </pc:sldChg>
      <pc:sldChg chg="addSp delSp modSp mod ord">
        <pc:chgData name="Reni Nithya" userId="81dbbd6ae6b89009" providerId="LiveId" clId="{712AF1E0-38CE-403E-8C05-4A6DF01D01E8}" dt="2025-11-01T10:20:02.639" v="252" actId="14"/>
        <pc:sldMkLst>
          <pc:docMk/>
          <pc:sldMk cId="0" sldId="262"/>
        </pc:sldMkLst>
        <pc:spChg chg="mod">
          <ac:chgData name="Reni Nithya" userId="81dbbd6ae6b89009" providerId="LiveId" clId="{712AF1E0-38CE-403E-8C05-4A6DF01D01E8}" dt="2025-11-01T10:20:02.639" v="252" actId="14"/>
          <ac:spMkLst>
            <pc:docMk/>
            <pc:sldMk cId="0" sldId="262"/>
            <ac:spMk id="3" creationId="{00000000-0000-0000-0000-000000000000}"/>
          </ac:spMkLst>
        </pc:spChg>
        <pc:graphicFrameChg chg="add del mod">
          <ac:chgData name="Reni Nithya" userId="81dbbd6ae6b89009" providerId="LiveId" clId="{712AF1E0-38CE-403E-8C05-4A6DF01D01E8}" dt="2025-11-01T09:56:08.949" v="153" actId="478"/>
          <ac:graphicFrameMkLst>
            <pc:docMk/>
            <pc:sldMk cId="0" sldId="262"/>
            <ac:graphicFrameMk id="4" creationId="{AB76051F-9FD1-3E28-ED0D-401C3CC1D5B6}"/>
          </ac:graphicFrameMkLst>
        </pc:graphicFrameChg>
      </pc:sldChg>
      <pc:sldChg chg="modSp add del mod ord">
        <pc:chgData name="Reni Nithya" userId="81dbbd6ae6b89009" providerId="LiveId" clId="{712AF1E0-38CE-403E-8C05-4A6DF01D01E8}" dt="2025-11-01T10:20:23.133" v="259" actId="27636"/>
        <pc:sldMkLst>
          <pc:docMk/>
          <pc:sldMk cId="0" sldId="263"/>
        </pc:sldMkLst>
        <pc:spChg chg="mod">
          <ac:chgData name="Reni Nithya" userId="81dbbd6ae6b89009" providerId="LiveId" clId="{712AF1E0-38CE-403E-8C05-4A6DF01D01E8}" dt="2025-11-01T10:20:23.133" v="259" actId="27636"/>
          <ac:spMkLst>
            <pc:docMk/>
            <pc:sldMk cId="0" sldId="263"/>
            <ac:spMk id="3" creationId="{00000000-0000-0000-0000-000000000000}"/>
          </ac:spMkLst>
        </pc:spChg>
      </pc:sldChg>
      <pc:sldChg chg="del">
        <pc:chgData name="Reni Nithya" userId="81dbbd6ae6b89009" providerId="LiveId" clId="{712AF1E0-38CE-403E-8C05-4A6DF01D01E8}" dt="2025-11-01T09:59:01.209" v="154" actId="47"/>
        <pc:sldMkLst>
          <pc:docMk/>
          <pc:sldMk cId="0" sldId="264"/>
        </pc:sldMkLst>
      </pc:sldChg>
      <pc:sldChg chg="modSp del mod">
        <pc:chgData name="Reni Nithya" userId="81dbbd6ae6b89009" providerId="LiveId" clId="{712AF1E0-38CE-403E-8C05-4A6DF01D01E8}" dt="2025-11-01T09:59:27.602" v="159" actId="47"/>
        <pc:sldMkLst>
          <pc:docMk/>
          <pc:sldMk cId="0" sldId="265"/>
        </pc:sldMkLst>
        <pc:spChg chg="mod">
          <ac:chgData name="Reni Nithya" userId="81dbbd6ae6b89009" providerId="LiveId" clId="{712AF1E0-38CE-403E-8C05-4A6DF01D01E8}" dt="2025-11-01T09:24:10.329" v="43" actId="27636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Reni Nithya" userId="81dbbd6ae6b89009" providerId="LiveId" clId="{712AF1E0-38CE-403E-8C05-4A6DF01D01E8}" dt="2025-11-01T10:05:11.262" v="210" actId="313"/>
        <pc:sldMkLst>
          <pc:docMk/>
          <pc:sldMk cId="0" sldId="266"/>
        </pc:sldMkLst>
        <pc:spChg chg="mod">
          <ac:chgData name="Reni Nithya" userId="81dbbd6ae6b89009" providerId="LiveId" clId="{712AF1E0-38CE-403E-8C05-4A6DF01D01E8}" dt="2025-11-01T09:24:10.360" v="45" actId="27636"/>
          <ac:spMkLst>
            <pc:docMk/>
            <pc:sldMk cId="0" sldId="266"/>
            <ac:spMk id="2" creationId="{00000000-0000-0000-0000-000000000000}"/>
          </ac:spMkLst>
        </pc:spChg>
        <pc:spChg chg="mod">
          <ac:chgData name="Reni Nithya" userId="81dbbd6ae6b89009" providerId="LiveId" clId="{712AF1E0-38CE-403E-8C05-4A6DF01D01E8}" dt="2025-11-01T10:05:11.262" v="210" actId="313"/>
          <ac:spMkLst>
            <pc:docMk/>
            <pc:sldMk cId="0" sldId="266"/>
            <ac:spMk id="3" creationId="{00000000-0000-0000-0000-000000000000}"/>
          </ac:spMkLst>
        </pc:spChg>
      </pc:sldChg>
      <pc:sldChg chg="addSp delSp new mod modClrScheme chgLayout">
        <pc:chgData name="Reni Nithya" userId="81dbbd6ae6b89009" providerId="LiveId" clId="{712AF1E0-38CE-403E-8C05-4A6DF01D01E8}" dt="2025-11-01T09:34:20.150" v="104" actId="22"/>
        <pc:sldMkLst>
          <pc:docMk/>
          <pc:sldMk cId="2091672129" sldId="267"/>
        </pc:sldMkLst>
        <pc:spChg chg="del">
          <ac:chgData name="Reni Nithya" userId="81dbbd6ae6b89009" providerId="LiveId" clId="{712AF1E0-38CE-403E-8C05-4A6DF01D01E8}" dt="2025-11-01T09:34:19.149" v="103" actId="700"/>
          <ac:spMkLst>
            <pc:docMk/>
            <pc:sldMk cId="2091672129" sldId="267"/>
            <ac:spMk id="2" creationId="{EB7535DF-1409-1BF0-B462-A0046A71FB36}"/>
          </ac:spMkLst>
        </pc:spChg>
        <pc:spChg chg="del">
          <ac:chgData name="Reni Nithya" userId="81dbbd6ae6b89009" providerId="LiveId" clId="{712AF1E0-38CE-403E-8C05-4A6DF01D01E8}" dt="2025-11-01T09:34:19.149" v="103" actId="700"/>
          <ac:spMkLst>
            <pc:docMk/>
            <pc:sldMk cId="2091672129" sldId="267"/>
            <ac:spMk id="3" creationId="{960A882F-3D7D-B8C7-3DD8-8997BBE57278}"/>
          </ac:spMkLst>
        </pc:spChg>
        <pc:picChg chg="add">
          <ac:chgData name="Reni Nithya" userId="81dbbd6ae6b89009" providerId="LiveId" clId="{712AF1E0-38CE-403E-8C05-4A6DF01D01E8}" dt="2025-11-01T09:34:20.150" v="104" actId="22"/>
          <ac:picMkLst>
            <pc:docMk/>
            <pc:sldMk cId="2091672129" sldId="267"/>
            <ac:picMk id="5" creationId="{FFD08796-8457-64FA-7DA0-92E5169902F9}"/>
          </ac:picMkLst>
        </pc:picChg>
      </pc:sldChg>
      <pc:sldChg chg="addSp modSp new mod">
        <pc:chgData name="Reni Nithya" userId="81dbbd6ae6b89009" providerId="LiveId" clId="{712AF1E0-38CE-403E-8C05-4A6DF01D01E8}" dt="2025-11-01T09:36:38.139" v="109" actId="1076"/>
        <pc:sldMkLst>
          <pc:docMk/>
          <pc:sldMk cId="2726352004" sldId="268"/>
        </pc:sldMkLst>
        <pc:picChg chg="add mod">
          <ac:chgData name="Reni Nithya" userId="81dbbd6ae6b89009" providerId="LiveId" clId="{712AF1E0-38CE-403E-8C05-4A6DF01D01E8}" dt="2025-11-01T09:36:38.139" v="109" actId="1076"/>
          <ac:picMkLst>
            <pc:docMk/>
            <pc:sldMk cId="2726352004" sldId="268"/>
            <ac:picMk id="3" creationId="{6412D654-0C75-4844-8322-A195B0A0244B}"/>
          </ac:picMkLst>
        </pc:picChg>
      </pc:sldChg>
      <pc:sldChg chg="addSp delSp modSp new mod modClrScheme chgLayout">
        <pc:chgData name="Reni Nithya" userId="81dbbd6ae6b89009" providerId="LiveId" clId="{712AF1E0-38CE-403E-8C05-4A6DF01D01E8}" dt="2025-11-01T10:01:16.476" v="172"/>
        <pc:sldMkLst>
          <pc:docMk/>
          <pc:sldMk cId="3143042972" sldId="269"/>
        </pc:sldMkLst>
        <pc:spChg chg="del">
          <ac:chgData name="Reni Nithya" userId="81dbbd6ae6b89009" providerId="LiveId" clId="{712AF1E0-38CE-403E-8C05-4A6DF01D01E8}" dt="2025-11-01T10:00:04.796" v="161" actId="700"/>
          <ac:spMkLst>
            <pc:docMk/>
            <pc:sldMk cId="3143042972" sldId="269"/>
            <ac:spMk id="2" creationId="{A3005B91-2C2F-2DD4-8537-2154DE6A6F3F}"/>
          </ac:spMkLst>
        </pc:spChg>
        <pc:spChg chg="del">
          <ac:chgData name="Reni Nithya" userId="81dbbd6ae6b89009" providerId="LiveId" clId="{712AF1E0-38CE-403E-8C05-4A6DF01D01E8}" dt="2025-11-01T10:00:04.796" v="161" actId="700"/>
          <ac:spMkLst>
            <pc:docMk/>
            <pc:sldMk cId="3143042972" sldId="269"/>
            <ac:spMk id="3" creationId="{A7E94E0C-3EFF-1023-EFA3-42B0556D8E34}"/>
          </ac:spMkLst>
        </pc:spChg>
        <pc:graphicFrameChg chg="add mod modGraphic">
          <ac:chgData name="Reni Nithya" userId="81dbbd6ae6b89009" providerId="LiveId" clId="{712AF1E0-38CE-403E-8C05-4A6DF01D01E8}" dt="2025-11-01T10:01:16.476" v="172"/>
          <ac:graphicFrameMkLst>
            <pc:docMk/>
            <pc:sldMk cId="3143042972" sldId="269"/>
            <ac:graphicFrameMk id="4" creationId="{32ABD79B-6D07-4543-FC12-D09C7E960CE1}"/>
          </ac:graphicFrameMkLst>
        </pc:graphicFrameChg>
      </pc:sldChg>
      <pc:sldChg chg="modSp new mod">
        <pc:chgData name="Reni Nithya" userId="81dbbd6ae6b89009" providerId="LiveId" clId="{712AF1E0-38CE-403E-8C05-4A6DF01D01E8}" dt="2025-11-01T10:14:37.888" v="232" actId="12"/>
        <pc:sldMkLst>
          <pc:docMk/>
          <pc:sldMk cId="739375343" sldId="270"/>
        </pc:sldMkLst>
        <pc:spChg chg="mod">
          <ac:chgData name="Reni Nithya" userId="81dbbd6ae6b89009" providerId="LiveId" clId="{712AF1E0-38CE-403E-8C05-4A6DF01D01E8}" dt="2025-11-01T10:12:04.427" v="212"/>
          <ac:spMkLst>
            <pc:docMk/>
            <pc:sldMk cId="739375343" sldId="270"/>
            <ac:spMk id="2" creationId="{43694B19-62FE-2D30-22D9-B9BE28503853}"/>
          </ac:spMkLst>
        </pc:spChg>
        <pc:spChg chg="mod">
          <ac:chgData name="Reni Nithya" userId="81dbbd6ae6b89009" providerId="LiveId" clId="{712AF1E0-38CE-403E-8C05-4A6DF01D01E8}" dt="2025-11-01T10:14:37.888" v="232" actId="12"/>
          <ac:spMkLst>
            <pc:docMk/>
            <pc:sldMk cId="739375343" sldId="270"/>
            <ac:spMk id="3" creationId="{18F10D02-C3B4-8137-1443-B271C4749847}"/>
          </ac:spMkLst>
        </pc:spChg>
      </pc:sldChg>
      <pc:sldChg chg="addSp modSp new mod">
        <pc:chgData name="Reni Nithya" userId="81dbbd6ae6b89009" providerId="LiveId" clId="{712AF1E0-38CE-403E-8C05-4A6DF01D01E8}" dt="2025-11-01T10:17:15.413" v="244" actId="113"/>
        <pc:sldMkLst>
          <pc:docMk/>
          <pc:sldMk cId="1435000453" sldId="271"/>
        </pc:sldMkLst>
        <pc:spChg chg="mod">
          <ac:chgData name="Reni Nithya" userId="81dbbd6ae6b89009" providerId="LiveId" clId="{712AF1E0-38CE-403E-8C05-4A6DF01D01E8}" dt="2025-11-01T10:15:59.500" v="234"/>
          <ac:spMkLst>
            <pc:docMk/>
            <pc:sldMk cId="1435000453" sldId="271"/>
            <ac:spMk id="2" creationId="{F7D1ABC1-4465-EF7B-09B6-86590811EC64}"/>
          </ac:spMkLst>
        </pc:spChg>
        <pc:spChg chg="mod">
          <ac:chgData name="Reni Nithya" userId="81dbbd6ae6b89009" providerId="LiveId" clId="{712AF1E0-38CE-403E-8C05-4A6DF01D01E8}" dt="2025-11-01T10:16:08.742" v="236" actId="5793"/>
          <ac:spMkLst>
            <pc:docMk/>
            <pc:sldMk cId="1435000453" sldId="271"/>
            <ac:spMk id="3" creationId="{31821954-2057-7F96-4406-58AA01AE054D}"/>
          </ac:spMkLst>
        </pc:spChg>
        <pc:graphicFrameChg chg="add mod modGraphic">
          <ac:chgData name="Reni Nithya" userId="81dbbd6ae6b89009" providerId="LiveId" clId="{712AF1E0-38CE-403E-8C05-4A6DF01D01E8}" dt="2025-11-01T10:17:15.413" v="244" actId="113"/>
          <ac:graphicFrameMkLst>
            <pc:docMk/>
            <pc:sldMk cId="1435000453" sldId="271"/>
            <ac:graphicFrameMk id="4" creationId="{F1501ACA-C9F2-79C5-9EF2-9882E2DA3227}"/>
          </ac:graphicFrameMkLst>
        </pc:graphicFrameChg>
      </pc:sldChg>
      <pc:sldChg chg="modSp new mod">
        <pc:chgData name="Reni Nithya" userId="81dbbd6ae6b89009" providerId="LiveId" clId="{712AF1E0-38CE-403E-8C05-4A6DF01D01E8}" dt="2025-11-01T10:17:51.940" v="251"/>
        <pc:sldMkLst>
          <pc:docMk/>
          <pc:sldMk cId="1082338949" sldId="272"/>
        </pc:sldMkLst>
        <pc:spChg chg="mod">
          <ac:chgData name="Reni Nithya" userId="81dbbd6ae6b89009" providerId="LiveId" clId="{712AF1E0-38CE-403E-8C05-4A6DF01D01E8}" dt="2025-11-01T10:17:51.940" v="251"/>
          <ac:spMkLst>
            <pc:docMk/>
            <pc:sldMk cId="1082338949" sldId="272"/>
            <ac:spMk id="2" creationId="{9626EC68-A1A3-D391-6819-E431CF4938A5}"/>
          </ac:spMkLst>
        </pc:spChg>
        <pc:spChg chg="mod">
          <ac:chgData name="Reni Nithya" userId="81dbbd6ae6b89009" providerId="LiveId" clId="{712AF1E0-38CE-403E-8C05-4A6DF01D01E8}" dt="2025-11-01T10:17:39.738" v="250" actId="5793"/>
          <ac:spMkLst>
            <pc:docMk/>
            <pc:sldMk cId="1082338949" sldId="272"/>
            <ac:spMk id="3" creationId="{C835357B-751E-5A8A-7346-02EF5B519007}"/>
          </ac:spMkLst>
        </pc:spChg>
      </pc:sldChg>
      <pc:sldChg chg="modSp new mod">
        <pc:chgData name="Reni Nithya" userId="81dbbd6ae6b89009" providerId="LiveId" clId="{712AF1E0-38CE-403E-8C05-4A6DF01D01E8}" dt="2025-11-01T10:22:32.175" v="268" actId="12"/>
        <pc:sldMkLst>
          <pc:docMk/>
          <pc:sldMk cId="2327411634" sldId="273"/>
        </pc:sldMkLst>
        <pc:spChg chg="mod">
          <ac:chgData name="Reni Nithya" userId="81dbbd6ae6b89009" providerId="LiveId" clId="{712AF1E0-38CE-403E-8C05-4A6DF01D01E8}" dt="2025-11-01T10:21:27.474" v="261"/>
          <ac:spMkLst>
            <pc:docMk/>
            <pc:sldMk cId="2327411634" sldId="273"/>
            <ac:spMk id="2" creationId="{B064E844-4277-37F3-4864-10A94BD2CCD1}"/>
          </ac:spMkLst>
        </pc:spChg>
        <pc:spChg chg="mod">
          <ac:chgData name="Reni Nithya" userId="81dbbd6ae6b89009" providerId="LiveId" clId="{712AF1E0-38CE-403E-8C05-4A6DF01D01E8}" dt="2025-11-01T10:22:32.175" v="268" actId="12"/>
          <ac:spMkLst>
            <pc:docMk/>
            <pc:sldMk cId="2327411634" sldId="273"/>
            <ac:spMk id="3" creationId="{CB810175-C3F6-FDFB-7DD2-D5BADFD4EAD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61646"/>
            <a:ext cx="7772400" cy="2534708"/>
          </a:xfrm>
        </p:spPr>
        <p:txBody>
          <a:bodyPr/>
          <a:lstStyle/>
          <a:p>
            <a:r>
              <a:rPr dirty="0"/>
              <a:t>Geometric Transformations and Their Applications in Computer 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D08796-8457-64FA-7DA0-92E516990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1" y="1014075"/>
            <a:ext cx="8935697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67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12D654-0C75-4844-8322-A195B0A02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33" y="63832"/>
            <a:ext cx="6925733" cy="673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52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Geometric transformations map image coordinates from one frame to another.</a:t>
            </a:r>
          </a:p>
          <a:p>
            <a:pPr lvl="1"/>
            <a:r>
              <a:rPr dirty="0"/>
              <a:t>They describe how an image or object moves, rotates, or changes in scale.</a:t>
            </a:r>
          </a:p>
          <a:p>
            <a:pPr lvl="1"/>
            <a:r>
              <a:rPr dirty="0"/>
              <a:t>Represented using homogeneous coordinates for unified matrix representation: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FF9AA2-D361-8EAD-CEC2-4879AA28E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999" y="4771957"/>
            <a:ext cx="1448002" cy="9716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Changes the size of an image or object.</a:t>
            </a:r>
          </a:p>
          <a:p>
            <a:pPr lvl="1"/>
            <a:r>
              <a:rPr dirty="0"/>
              <a:t>Matrix form:</a:t>
            </a:r>
            <a:endParaRPr lang="en-US" dirty="0"/>
          </a:p>
          <a:p>
            <a:pPr marL="457200" lvl="1" indent="0">
              <a:buNone/>
            </a:pPr>
            <a:endParaRPr dirty="0"/>
          </a:p>
          <a:p>
            <a:pPr lvl="1"/>
            <a:endParaRPr lang="en-US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lvl="1"/>
            <a:r>
              <a:rPr lang="en-US" b="1" dirty="0"/>
              <a:t>Effect:</a:t>
            </a:r>
            <a:r>
              <a:rPr lang="en-US" dirty="0"/>
              <a:t> Parallel lines and shape proportions are preserved.</a:t>
            </a:r>
          </a:p>
          <a:p>
            <a:pPr lvl="1"/>
            <a:r>
              <a:rPr lang="en-US" b="1" dirty="0"/>
              <a:t>Example:</a:t>
            </a:r>
            <a:r>
              <a:rPr lang="en-US" dirty="0"/>
              <a:t> Zooming in/out of an image.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706021-A65A-FA30-F5CD-B6F380F21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37229"/>
            <a:ext cx="6601746" cy="18004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Rotation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Rotates image or object by an angle θ about the origin.</a:t>
            </a:r>
          </a:p>
          <a:p>
            <a:pPr lvl="1"/>
            <a:r>
              <a:rPr dirty="0"/>
              <a:t>Matrix form:</a:t>
            </a:r>
            <a:endParaRPr lang="en-US" dirty="0"/>
          </a:p>
          <a:p>
            <a:pPr lvl="1"/>
            <a:endParaRPr lang="en-IN" dirty="0"/>
          </a:p>
          <a:p>
            <a:pPr lvl="1"/>
            <a:r>
              <a:rPr lang="en-IN" b="1" dirty="0"/>
              <a:t>Effect:</a:t>
            </a:r>
            <a:r>
              <a:rPr lang="en-IN" dirty="0"/>
              <a:t> Orientation changes, distances are preserved.</a:t>
            </a:r>
          </a:p>
          <a:p>
            <a:pPr lvl="1"/>
            <a:r>
              <a:rPr lang="en-US" b="1" dirty="0"/>
              <a:t>Example:</a:t>
            </a:r>
            <a:r>
              <a:rPr lang="en-US" dirty="0"/>
              <a:t> Aligning an object with a reference orientation.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C6962-C62B-544B-B9A4-E9359B8B5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663" y="3047401"/>
            <a:ext cx="3258005" cy="1000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Affine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lang="en-US" dirty="0"/>
              <a:t>Combination of </a:t>
            </a:r>
            <a:r>
              <a:rPr lang="en-US" b="1" dirty="0"/>
              <a:t>rotation, scaling, translation, and shear</a:t>
            </a:r>
            <a:r>
              <a:rPr lang="en-US" dirty="0"/>
              <a:t>.</a:t>
            </a:r>
          </a:p>
          <a:p>
            <a:r>
              <a:rPr lang="en-US" dirty="0"/>
              <a:t>Preserves </a:t>
            </a:r>
            <a:r>
              <a:rPr lang="en-US" b="1" dirty="0"/>
              <a:t>parallelism of lines</a:t>
            </a:r>
            <a:r>
              <a:rPr lang="en-US" dirty="0"/>
              <a:t>, but not necessarily lengths or angles.</a:t>
            </a:r>
            <a:endParaRPr dirty="0"/>
          </a:p>
          <a:p>
            <a:pPr lvl="1"/>
            <a:r>
              <a:rPr dirty="0"/>
              <a:t>Matrix form: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Requires at least </a:t>
            </a:r>
            <a:r>
              <a:rPr lang="en-US" b="1" dirty="0"/>
              <a:t>three pairs of corresponding points</a:t>
            </a:r>
            <a:r>
              <a:rPr lang="en-US" dirty="0"/>
              <a:t> to define.</a:t>
            </a:r>
          </a:p>
          <a:p>
            <a:pPr lvl="1"/>
            <a:r>
              <a:rPr lang="en-US" b="1" dirty="0"/>
              <a:t>Example:</a:t>
            </a:r>
            <a:r>
              <a:rPr lang="en-US" dirty="0"/>
              <a:t> Rectification of tilted camera views.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750302-E172-D61C-9FE2-27F736DF3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333" y="3770048"/>
            <a:ext cx="2896004" cy="10002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Projective (Homography)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lang="en-US" altLang="en-US" sz="2800" dirty="0">
                <a:latin typeface="Arial" panose="020B0604020202020204" pitchFamily="34" charset="0"/>
              </a:rPr>
              <a:t>Most general 2D transformation.</a:t>
            </a:r>
          </a:p>
          <a:p>
            <a:r>
              <a:rPr lang="en-US" altLang="en-US" sz="2800" dirty="0">
                <a:latin typeface="Arial" panose="020B0604020202020204" pitchFamily="34" charset="0"/>
              </a:rPr>
              <a:t>Straight lines remain straight, but </a:t>
            </a:r>
            <a:r>
              <a:rPr lang="en-US" altLang="en-US" sz="2800" b="1" dirty="0">
                <a:latin typeface="Arial" panose="020B0604020202020204" pitchFamily="34" charset="0"/>
              </a:rPr>
              <a:t>parallel lines may converge</a:t>
            </a:r>
            <a:r>
              <a:rPr lang="en-US" altLang="en-US" sz="2800" dirty="0">
                <a:latin typeface="Arial" panose="020B0604020202020204" pitchFamily="34" charset="0"/>
              </a:rPr>
              <a:t>.</a:t>
            </a:r>
          </a:p>
          <a:p>
            <a:endParaRPr lang="en-US" altLang="en-US" sz="28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800" dirty="0">
              <a:latin typeface="Arial" panose="020B0604020202020204" pitchFamily="34" charset="0"/>
            </a:endParaRPr>
          </a:p>
          <a:p>
            <a:r>
              <a:rPr lang="en-US" altLang="en-US" sz="2800" b="1" dirty="0">
                <a:latin typeface="Arial" panose="020B0604020202020204" pitchFamily="34" charset="0"/>
              </a:rPr>
              <a:t>Effect:</a:t>
            </a:r>
            <a:r>
              <a:rPr lang="en-US" altLang="en-US" sz="2800" dirty="0">
                <a:latin typeface="Arial" panose="020B0604020202020204" pitchFamily="34" charset="0"/>
              </a:rPr>
              <a:t> Models perspective distortion.</a:t>
            </a:r>
          </a:p>
          <a:p>
            <a:r>
              <a:rPr lang="en-US" altLang="en-US" sz="2800" b="1" dirty="0">
                <a:latin typeface="Arial" panose="020B0604020202020204" pitchFamily="34" charset="0"/>
              </a:rPr>
              <a:t>Example:</a:t>
            </a:r>
            <a:r>
              <a:rPr lang="en-US" altLang="en-US" sz="2800" dirty="0">
                <a:latin typeface="Arial" panose="020B0604020202020204" pitchFamily="34" charset="0"/>
              </a:rPr>
              <a:t> When viewing a rectangular object (like a book) from an angle — it appears trapezoidal.</a:t>
            </a:r>
          </a:p>
          <a:p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1347BC-8E75-1739-A5DC-3192EFE9D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318" y="2979184"/>
            <a:ext cx="4191363" cy="17679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Use of Geometric Transformations in Image Registration and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62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b="1" dirty="0"/>
              <a:t>Image Registration: Aligns two or more images of the same scene.</a:t>
            </a:r>
            <a:endParaRPr lang="en-US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dirty="0"/>
              <a:t>Features (key points) are detected and matched across images.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dirty="0"/>
              <a:t>A geometric transformation (Rigid, Affine, or Projective) aligns one image with another.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dirty="0"/>
              <a:t>Example: Aligning medical or satellite images taken at different times.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Object Tracking: Estimates object motion between video frames.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/>
              <a:t>Transformation models motion: translation, rotation, scaling, or perspective changes.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/>
              <a:t>Affine or projective transformations handle complex motions.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/>
              <a:t>Example: Tracking a moving vehicle or rotating object in a video sequence.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Summary: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dirty="0"/>
              <a:t>Registration uses transformations to align images.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dirty="0"/>
              <a:t>Tracking uses transformations to model and predict motion.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4B19-62FE-2D30-22D9-B9BE28503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 Image Registration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10D02-C3B4-8137-1443-B271C4749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Step 1: Feature Detection</a:t>
            </a:r>
          </a:p>
          <a:p>
            <a:r>
              <a:rPr lang="en-US" dirty="0"/>
              <a:t>Identify </a:t>
            </a:r>
            <a:r>
              <a:rPr lang="en-US" dirty="0" err="1"/>
              <a:t>keypoints</a:t>
            </a:r>
            <a:r>
              <a:rPr lang="en-US" dirty="0"/>
              <a:t> (e.g., corners, edges, feature descriptors like SIFT, SURF, or ORB).</a:t>
            </a:r>
          </a:p>
          <a:p>
            <a:pPr marL="0" indent="0">
              <a:buNone/>
            </a:pPr>
            <a:r>
              <a:rPr lang="en-US" b="1" dirty="0"/>
              <a:t>Step 2: Feature Matching</a:t>
            </a:r>
          </a:p>
          <a:p>
            <a:r>
              <a:rPr lang="en-US" dirty="0"/>
              <a:t>Match corresponding points between the two images.</a:t>
            </a:r>
          </a:p>
          <a:p>
            <a:pPr marL="0" indent="0">
              <a:buNone/>
            </a:pPr>
            <a:r>
              <a:rPr lang="en-US" b="1" dirty="0"/>
              <a:t>Step 3: Estimate Transformation</a:t>
            </a:r>
          </a:p>
          <a:p>
            <a:r>
              <a:rPr lang="en-US" dirty="0"/>
              <a:t>Based on matched points, estimate a transformation matrix:</a:t>
            </a:r>
          </a:p>
          <a:p>
            <a:pPr lvl="1"/>
            <a:r>
              <a:rPr lang="en-US" b="1" dirty="0"/>
              <a:t>Rigid (rotation + translation)</a:t>
            </a:r>
            <a:r>
              <a:rPr lang="en-US" dirty="0"/>
              <a:t> – for small motions.</a:t>
            </a:r>
          </a:p>
          <a:p>
            <a:pPr lvl="1"/>
            <a:r>
              <a:rPr lang="en-US" b="1" dirty="0"/>
              <a:t>Affine</a:t>
            </a:r>
            <a:r>
              <a:rPr lang="en-US" dirty="0"/>
              <a:t> – for planar scenes with mild viewpoint differences.</a:t>
            </a:r>
          </a:p>
          <a:p>
            <a:pPr lvl="1"/>
            <a:r>
              <a:rPr lang="en-US" b="1" dirty="0"/>
              <a:t>Projective (</a:t>
            </a:r>
            <a:r>
              <a:rPr lang="en-US" b="1" dirty="0" err="1"/>
              <a:t>homography</a:t>
            </a:r>
            <a:r>
              <a:rPr lang="en-US" b="1" dirty="0"/>
              <a:t>)</a:t>
            </a:r>
            <a:r>
              <a:rPr lang="en-US" dirty="0"/>
              <a:t> – for strong perspective or camera motion.</a:t>
            </a:r>
          </a:p>
          <a:p>
            <a:pPr marL="0" indent="0">
              <a:buNone/>
            </a:pPr>
            <a:r>
              <a:rPr lang="en-US" b="1" dirty="0"/>
              <a:t>Step 4: Apply Transformation</a:t>
            </a:r>
          </a:p>
          <a:p>
            <a:r>
              <a:rPr lang="en-US" dirty="0"/>
              <a:t>Warp one image using the estimated transformation to align it with the other.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Aligning two satellite images of the same area taken on different dates: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terrain (planar) allows affine or projective registration.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Scaling, rotation, and translation correct misalignment.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9375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1ABC1-4465-EF7B-09B6-86590811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 Object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21954-2057-7F96-4406-58AA01AE0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1: Model Object’s Motion</a:t>
            </a:r>
          </a:p>
          <a:p>
            <a:r>
              <a:rPr lang="en-US" dirty="0"/>
              <a:t>The movement of the object between frames can be approximated using a transformation.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501ACA-C9F2-79C5-9EF2-9882E2DA32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075879"/>
              </p:ext>
            </p:extLst>
          </p:nvPr>
        </p:nvGraphicFramePr>
        <p:xfrm>
          <a:off x="457200" y="3588861"/>
          <a:ext cx="8229600" cy="2377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6060093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80517248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363755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 of Motion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Suitable Transformation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911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Pure translation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Translation matrix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 moving straight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252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Rotation/Scale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Similarity transformation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Rotating fan blades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283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 deformation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Affine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Head tilting or vehicle turning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407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Perspective motion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Projective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Car moving toward/away from camera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831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000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6EC68-A1A3-D391-6819-E431CF493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 Object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5357B-751E-5A8A-7346-02EF5B519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Step 2: Estimate Parameters</a:t>
            </a:r>
          </a:p>
          <a:p>
            <a:r>
              <a:rPr lang="en-US" dirty="0"/>
              <a:t>The transformation parameters (like rotation angle, scale factor, etc.) are continuously updated using tracking algorithms such as:</a:t>
            </a:r>
          </a:p>
          <a:p>
            <a:pPr lvl="1"/>
            <a:r>
              <a:rPr lang="en-US" dirty="0"/>
              <a:t>Optical flow (Lucas–Kanade)</a:t>
            </a:r>
          </a:p>
          <a:p>
            <a:pPr lvl="1"/>
            <a:r>
              <a:rPr lang="en-US" dirty="0"/>
              <a:t>Template matching</a:t>
            </a:r>
          </a:p>
          <a:p>
            <a:pPr lvl="1"/>
            <a:r>
              <a:rPr lang="en-US" dirty="0"/>
              <a:t>Kalman or particle filters</a:t>
            </a:r>
          </a:p>
          <a:p>
            <a:pPr marL="0" indent="0">
              <a:buNone/>
            </a:pPr>
            <a:r>
              <a:rPr lang="en-US" b="1" dirty="0"/>
              <a:t>Step 3: Predict Next Position</a:t>
            </a:r>
          </a:p>
          <a:p>
            <a:r>
              <a:rPr lang="en-US" dirty="0"/>
              <a:t>The estimated transformation predicts the object’s next location and shape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2338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ABD79B-6D07-4543-FC12-D09C7E960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694887"/>
              </p:ext>
            </p:extLst>
          </p:nvPr>
        </p:nvGraphicFramePr>
        <p:xfrm>
          <a:off x="0" y="1829646"/>
          <a:ext cx="9144000" cy="3198708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8868037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7254102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95520284"/>
                    </a:ext>
                  </a:extLst>
                </a:gridCol>
              </a:tblGrid>
              <a:tr h="441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Transformation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Used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965182"/>
                  </a:ext>
                </a:extLst>
              </a:tr>
              <a:tr h="7721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Scaling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Registration / Tracking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Adjust image size or object 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458444"/>
                  </a:ext>
                </a:extLst>
              </a:tr>
              <a:tr h="441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Rotation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Both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Align object orientation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306902"/>
                  </a:ext>
                </a:extLst>
              </a:tr>
              <a:tr h="7721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Affine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Registration / Tracking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Handle combined rotation, translation, scaling, shear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86874"/>
                  </a:ext>
                </a:extLst>
              </a:tr>
              <a:tr h="7721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Projective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Registration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Handle viewpoint and perspective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604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042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Scaling – preserves shape, changes size.</a:t>
            </a:r>
          </a:p>
          <a:p>
            <a:r>
              <a:rPr dirty="0"/>
              <a:t>Rotation – preserves shape and distance.</a:t>
            </a:r>
          </a:p>
          <a:p>
            <a:r>
              <a:rPr dirty="0"/>
              <a:t>Affine – preserves parallelism only.</a:t>
            </a:r>
          </a:p>
          <a:p>
            <a:r>
              <a:rPr dirty="0"/>
              <a:t>Projective – preserves straightness, not parallelism.</a:t>
            </a:r>
          </a:p>
          <a:p>
            <a:r>
              <a:rPr dirty="0"/>
              <a:t>Complexity increases from scaling → rotation → affine → projective.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in Computer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dirty="0"/>
          </a:p>
          <a:p>
            <a:r>
              <a:rPr dirty="0"/>
              <a:t>Image Registration:</a:t>
            </a:r>
          </a:p>
          <a:p>
            <a:pPr lvl="1"/>
            <a:r>
              <a:rPr dirty="0"/>
              <a:t>Aligns images from different viewpoints or times using geometric transformations.</a:t>
            </a:r>
            <a:endParaRPr lang="en-US" dirty="0"/>
          </a:p>
          <a:p>
            <a:r>
              <a:rPr dirty="0"/>
              <a:t>Object Tracking:</a:t>
            </a:r>
          </a:p>
          <a:p>
            <a:pPr lvl="1"/>
            <a:r>
              <a:rPr dirty="0"/>
              <a:t>Tracks object position and orientation across frames using affine/projective models.</a:t>
            </a:r>
          </a:p>
          <a:p>
            <a:pPr lvl="1"/>
            <a:r>
              <a:rPr dirty="0"/>
              <a:t>Perspective correction, motion estimation, and camera calibration also rely on these transformations.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4E844-4277-37F3-4864-10A94BD2C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in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10175-C3F6-FDFB-7DD2-D5BADFD4E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Imagine a drone flying and capturing video: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As the drone tilts, the ground view changes due to perspective (→ projective transformation).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If you align successive frames to build a map, you use registration.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If you keep following a car in that video, you use tracking — updating the car’s position via affine or projective motion.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7411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798</Words>
  <Application>Microsoft Office PowerPoint</Application>
  <PresentationFormat>On-screen Show (4:3)</PresentationFormat>
  <Paragraphs>132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Geometric Transformations and Their Applications in Computer Vision</vt:lpstr>
      <vt:lpstr>PowerPoint Presentation</vt:lpstr>
      <vt:lpstr>PowerPoint Presentation</vt:lpstr>
      <vt:lpstr>Introduction</vt:lpstr>
      <vt:lpstr>Scaling Transformation</vt:lpstr>
      <vt:lpstr>Rotation Transformation</vt:lpstr>
      <vt:lpstr>Affine Transformation</vt:lpstr>
      <vt:lpstr>Projective (Homography) Transformation</vt:lpstr>
      <vt:lpstr>Use of Geometric Transformations in Image Registration and Tracking</vt:lpstr>
      <vt:lpstr>In Image Registration</vt:lpstr>
      <vt:lpstr>In Object Tracking</vt:lpstr>
      <vt:lpstr>In Object Tracking</vt:lpstr>
      <vt:lpstr>PowerPoint Presentation</vt:lpstr>
      <vt:lpstr>Comparison of Transformations</vt:lpstr>
      <vt:lpstr>Applications in Computer Vision</vt:lpstr>
      <vt:lpstr>Example in Words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Reni Nithya</cp:lastModifiedBy>
  <cp:revision>1</cp:revision>
  <dcterms:created xsi:type="dcterms:W3CDTF">2013-01-27T09:14:16Z</dcterms:created>
  <dcterms:modified xsi:type="dcterms:W3CDTF">2025-11-01T10:22:42Z</dcterms:modified>
  <cp:category/>
</cp:coreProperties>
</file>