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5" r:id="rId5"/>
    <p:sldId id="266" r:id="rId6"/>
    <p:sldId id="261" r:id="rId7"/>
    <p:sldId id="268" r:id="rId8"/>
    <p:sldId id="262" r:id="rId9"/>
    <p:sldId id="269" r:id="rId10"/>
    <p:sldId id="263" r:id="rId11"/>
    <p:sldId id="271" r:id="rId12"/>
    <p:sldId id="270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ஆ சேவியர் ரெனி பிரசாத்" initials="ஆச" lastIdx="1" clrIdx="0">
    <p:extLst>
      <p:ext uri="{19B8F6BF-5375-455C-9EA6-DF929625EA0E}">
        <p15:presenceInfo xmlns:p15="http://schemas.microsoft.com/office/powerpoint/2012/main" userId="81dbbd6ae6b890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Fourier Transforms in Image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Role and Importance of Frequency Domain in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700" dirty="0"/>
              <a:t>Images can be represented in two domains:</a:t>
            </a:r>
          </a:p>
          <a:p>
            <a:pPr marL="0" indent="0" algn="just">
              <a:buNone/>
            </a:pPr>
            <a:r>
              <a:rPr sz="2700" dirty="0"/>
              <a:t>   - Spatial domain: pixel intensity values</a:t>
            </a:r>
            <a:r>
              <a:rPr lang="en-US" sz="2700" dirty="0"/>
              <a:t> (row &amp; column)</a:t>
            </a:r>
            <a:endParaRPr sz="2700" dirty="0"/>
          </a:p>
          <a:p>
            <a:pPr marL="0" indent="0" algn="just">
              <a:buNone/>
            </a:pPr>
            <a:r>
              <a:rPr sz="2700" dirty="0"/>
              <a:t>   - </a:t>
            </a:r>
            <a:r>
              <a:rPr lang="en-IN" sz="2700" dirty="0"/>
              <a:t>Frequency domain: </a:t>
            </a:r>
            <a:r>
              <a:rPr lang="en-US" sz="2700" dirty="0"/>
              <a:t>how quickly pixel values change (edges, textures)</a:t>
            </a:r>
            <a:endParaRPr sz="2700" dirty="0"/>
          </a:p>
          <a:p>
            <a:pPr algn="just"/>
            <a:r>
              <a:rPr lang="en-US" sz="2700" b="1" dirty="0"/>
              <a:t>Fourier Transform (FT)</a:t>
            </a:r>
            <a:r>
              <a:rPr lang="en-US" sz="2700" dirty="0"/>
              <a:t> is the tool that converts an image from spatial domain to frequency domain.</a:t>
            </a:r>
          </a:p>
          <a:p>
            <a:pPr algn="just"/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Fourier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700" dirty="0"/>
              <a:t>Breaks down an image into sinusoidal components of different frequencies.</a:t>
            </a:r>
          </a:p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700" dirty="0"/>
              <a:t>Low frequencies → smooth variations (background, illumination).</a:t>
            </a:r>
          </a:p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700" dirty="0"/>
              <a:t>High frequencies → rapid changes (edges, fine details, noise).</a:t>
            </a:r>
          </a:p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700" dirty="0"/>
              <a:t>Helps analyze and process images based on frequency content rather than pixel intensity.</a:t>
            </a:r>
          </a:p>
          <a:p>
            <a:pPr algn="just"/>
            <a:endParaRPr lang="en-US" sz="2700" dirty="0"/>
          </a:p>
          <a:p>
            <a:pPr algn="just"/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9B89E-E4D8-F8C6-E60E-16214BFA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120B-20D9-CE87-B351-B99D1488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Role of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4844-99FB-9E8D-26E9-1BF9B355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700" dirty="0"/>
              <a:t>A Fourier transform (FT) rewrites an image as a sum of sinusoids of different frequencies and phases. </a:t>
            </a:r>
          </a:p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700" dirty="0"/>
              <a:t>In the frequency domain you see how quickly pixel values change across the image: slow changes = low frequency, rapid changes (edges, texture, noise) = high frequency. </a:t>
            </a:r>
          </a:p>
          <a:p>
            <a:pPr lvl="0" algn="just" defTabSz="914400" eaLnBrk="0" fontAlgn="base" hangingPunct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700" dirty="0"/>
              <a:t>This separation makes many filtering operations conceptually and computationally simpler.</a:t>
            </a:r>
            <a:endParaRPr lang="en-US" altLang="en-US" sz="2700" dirty="0"/>
          </a:p>
          <a:p>
            <a:pPr algn="just"/>
            <a:endParaRPr lang="en-US" sz="2700" dirty="0"/>
          </a:p>
          <a:p>
            <a:pPr algn="just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30965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CBF9-214D-DA59-2B3F-74E4F370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Core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C0910-9F52-09D4-E233-235D97C66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0" y="1626736"/>
            <a:ext cx="9118740" cy="3604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80F713-E585-5097-084F-D2CC1A4F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327916"/>
            <a:ext cx="9144000" cy="138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9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Frequency Domain Representation?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defTabSz="91440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Some operations are easier in frequency domain than spatial domain.</a:t>
            </a:r>
          </a:p>
          <a:p>
            <a:pPr algn="just" defTabSz="91440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According to the Convolution Theorem:</a:t>
            </a:r>
          </a:p>
          <a:p>
            <a:pPr algn="just" defTabSz="91440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Convolution in spatial domain ↔ Multiplication in frequency domain.</a:t>
            </a:r>
          </a:p>
          <a:p>
            <a:pPr algn="just" defTabSz="91440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Filtering (blurring, sharpening, noise removal) becomes simple multiplication.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796F-D7E8-0434-F8EB-23EF6A4C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Theorem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F4A9E1-76C2-6212-19E7-4E1AABE3B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17" y="2414618"/>
            <a:ext cx="8901966" cy="20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Operations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CE1C2-A5D1-28C5-0577-27F3D4E9C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934" y="1247080"/>
            <a:ext cx="7433189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Low-pass filtering (LPF):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Keeps low frequencies, removes high frequencies.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Result: image smoothing or blurring.</a:t>
            </a:r>
          </a:p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High-pass filtering (HPF):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Keeps high frequencies, removes low frequencies.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Result: edge enhancement, sharpening.</a:t>
            </a:r>
          </a:p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Band-pass filtering: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Keeps only selected frequency ranges.</a:t>
            </a:r>
          </a:p>
          <a:p>
            <a:pPr lvl="1"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300" dirty="0"/>
              <a:t>Useful for texture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31BF-2E7A-F4A6-F851-BBA38906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BBDDCA-C056-266D-FCB5-85A60696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7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To remove noise: since noise is often high frequency, apply a low-pass filter.</a:t>
            </a:r>
          </a:p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To sharpen edges: emphasize high frequencies using a high-pass filter.</a:t>
            </a:r>
          </a:p>
          <a:p>
            <a:pPr algn="just" defTabSz="91440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700" dirty="0"/>
              <a:t>Medical imaging, satellite images, and fingerprint recognition all rely on Fourier-based filtering.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55B9-F566-0041-4315-7DC94A88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2736-47C6-FE6C-A738-1D7844E5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Practical Applications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FA8DBE-CB41-91B7-ED20-C195C1883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285999"/>
            <a:ext cx="9124507" cy="204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2EA358-429D-636C-9C02-EAE48B403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159"/>
            <a:ext cx="9144000" cy="43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78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sz="2700" dirty="0"/>
              <a:t>• Fourier Transform converts image into frequency domain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sz="2700" dirty="0"/>
              <a:t>• Separates low and high frequency components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sz="2700" dirty="0"/>
              <a:t>• Convolution theorem makes filtering simpler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sz="2700" dirty="0"/>
              <a:t>• LPF → smoothing, HPF → sharpening, Band-pass → texture analysis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sz="2700" dirty="0"/>
              <a:t>• Widely used in real-world image processing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385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Palatino Linotype</vt:lpstr>
      <vt:lpstr>Wingdings</vt:lpstr>
      <vt:lpstr>Office Theme</vt:lpstr>
      <vt:lpstr>Fourier Transforms in Image Processing</vt:lpstr>
      <vt:lpstr>Introduction</vt:lpstr>
      <vt:lpstr>Role of Fourier Transform</vt:lpstr>
      <vt:lpstr>Role of Fourier Transform</vt:lpstr>
      <vt:lpstr>Mathematical Core</vt:lpstr>
      <vt:lpstr>Why Frequency Domain Representation?</vt:lpstr>
      <vt:lpstr>Convolution Theorem</vt:lpstr>
      <vt:lpstr>Filtering Operations</vt:lpstr>
      <vt:lpstr>PowerPoint Presentation</vt:lpstr>
      <vt:lpstr>Practical Applications</vt:lpstr>
      <vt:lpstr>Practical Applications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ஆ சேவியர் ரெனி பிரசாத்</cp:lastModifiedBy>
  <cp:revision>3</cp:revision>
  <dcterms:created xsi:type="dcterms:W3CDTF">2013-01-27T09:14:16Z</dcterms:created>
  <dcterms:modified xsi:type="dcterms:W3CDTF">2025-09-30T05:59:40Z</dcterms:modified>
  <cp:category/>
</cp:coreProperties>
</file>