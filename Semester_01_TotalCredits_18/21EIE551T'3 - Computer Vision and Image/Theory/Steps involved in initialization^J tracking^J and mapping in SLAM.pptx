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1"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E5383C-2E89-42B8-812B-D267A92729A1}" v="122" dt="2025-10-25T10:53:25.414"/>
    <p1510:client id="{817C2E53-F6EB-4D76-87F2-6ED60A9180CD}" v="32" dt="2025-10-25T09:59:09.7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ni Nithya" userId="81dbbd6ae6b89009" providerId="LiveId" clId="{712AF1E0-38CE-403E-8C05-4A6DF01D01E8}"/>
    <pc:docChg chg="undo redo custSel addSld modSld">
      <pc:chgData name="Reni Nithya" userId="81dbbd6ae6b89009" providerId="LiveId" clId="{712AF1E0-38CE-403E-8C05-4A6DF01D01E8}" dt="2025-10-25T10:53:25.414" v="469"/>
      <pc:docMkLst>
        <pc:docMk/>
      </pc:docMkLst>
      <pc:sldChg chg="modSp new mod">
        <pc:chgData name="Reni Nithya" userId="81dbbd6ae6b89009" providerId="LiveId" clId="{712AF1E0-38CE-403E-8C05-4A6DF01D01E8}" dt="2025-10-25T09:01:43.193" v="12" actId="404"/>
        <pc:sldMkLst>
          <pc:docMk/>
          <pc:sldMk cId="1636555168" sldId="256"/>
        </pc:sldMkLst>
        <pc:spChg chg="mod">
          <ac:chgData name="Reni Nithya" userId="81dbbd6ae6b89009" providerId="LiveId" clId="{712AF1E0-38CE-403E-8C05-4A6DF01D01E8}" dt="2025-10-25T09:01:43.193" v="12" actId="404"/>
          <ac:spMkLst>
            <pc:docMk/>
            <pc:sldMk cId="1636555168" sldId="256"/>
            <ac:spMk id="2" creationId="{F3B5387C-A39F-5B82-ACEF-93DC52BA6329}"/>
          </ac:spMkLst>
        </pc:spChg>
        <pc:spChg chg="mod">
          <ac:chgData name="Reni Nithya" userId="81dbbd6ae6b89009" providerId="LiveId" clId="{712AF1E0-38CE-403E-8C05-4A6DF01D01E8}" dt="2025-10-25T09:01:28.901" v="7"/>
          <ac:spMkLst>
            <pc:docMk/>
            <pc:sldMk cId="1636555168" sldId="256"/>
            <ac:spMk id="3" creationId="{F6EC429D-E4BC-E3FC-AB37-C8D46C4E1098}"/>
          </ac:spMkLst>
        </pc:spChg>
      </pc:sldChg>
      <pc:sldChg chg="addSp modSp new mod">
        <pc:chgData name="Reni Nithya" userId="81dbbd6ae6b89009" providerId="LiveId" clId="{712AF1E0-38CE-403E-8C05-4A6DF01D01E8}" dt="2025-10-25T10:08:57.133" v="105" actId="27636"/>
        <pc:sldMkLst>
          <pc:docMk/>
          <pc:sldMk cId="2089290398" sldId="257"/>
        </pc:sldMkLst>
        <pc:spChg chg="mod">
          <ac:chgData name="Reni Nithya" userId="81dbbd6ae6b89009" providerId="LiveId" clId="{712AF1E0-38CE-403E-8C05-4A6DF01D01E8}" dt="2025-10-25T09:01:28.901" v="7"/>
          <ac:spMkLst>
            <pc:docMk/>
            <pc:sldMk cId="2089290398" sldId="257"/>
            <ac:spMk id="2" creationId="{90A0EACD-9BAD-DF17-9659-ADF1DE533D53}"/>
          </ac:spMkLst>
        </pc:spChg>
        <pc:spChg chg="mod">
          <ac:chgData name="Reni Nithya" userId="81dbbd6ae6b89009" providerId="LiveId" clId="{712AF1E0-38CE-403E-8C05-4A6DF01D01E8}" dt="2025-10-25T10:08:57.133" v="105" actId="27636"/>
          <ac:spMkLst>
            <pc:docMk/>
            <pc:sldMk cId="2089290398" sldId="257"/>
            <ac:spMk id="3" creationId="{4F1CB2DF-AC37-9188-B9A3-987283896C49}"/>
          </ac:spMkLst>
        </pc:spChg>
        <pc:spChg chg="add">
          <ac:chgData name="Reni Nithya" userId="81dbbd6ae6b89009" providerId="LiveId" clId="{712AF1E0-38CE-403E-8C05-4A6DF01D01E8}" dt="2025-10-25T10:07:03.474" v="79"/>
          <ac:spMkLst>
            <pc:docMk/>
            <pc:sldMk cId="2089290398" sldId="257"/>
            <ac:spMk id="4" creationId="{0AE0F28B-7BA2-D405-31D1-2B56008DA410}"/>
          </ac:spMkLst>
        </pc:spChg>
        <pc:spChg chg="add">
          <ac:chgData name="Reni Nithya" userId="81dbbd6ae6b89009" providerId="LiveId" clId="{712AF1E0-38CE-403E-8C05-4A6DF01D01E8}" dt="2025-10-25T10:07:46.921" v="91"/>
          <ac:spMkLst>
            <pc:docMk/>
            <pc:sldMk cId="2089290398" sldId="257"/>
            <ac:spMk id="5" creationId="{3327FB79-1DD0-C191-6EC2-356C8D8FBD3B}"/>
          </ac:spMkLst>
        </pc:spChg>
        <pc:spChg chg="add">
          <ac:chgData name="Reni Nithya" userId="81dbbd6ae6b89009" providerId="LiveId" clId="{712AF1E0-38CE-403E-8C05-4A6DF01D01E8}" dt="2025-10-25T10:07:53.649" v="92"/>
          <ac:spMkLst>
            <pc:docMk/>
            <pc:sldMk cId="2089290398" sldId="257"/>
            <ac:spMk id="6" creationId="{F0BC4B4F-10E2-1B4E-F1B0-776413D151C9}"/>
          </ac:spMkLst>
        </pc:spChg>
        <pc:spChg chg="add">
          <ac:chgData name="Reni Nithya" userId="81dbbd6ae6b89009" providerId="LiveId" clId="{712AF1E0-38CE-403E-8C05-4A6DF01D01E8}" dt="2025-10-25T10:08:06.481" v="97"/>
          <ac:spMkLst>
            <pc:docMk/>
            <pc:sldMk cId="2089290398" sldId="257"/>
            <ac:spMk id="7" creationId="{19999160-23CB-3D5C-642E-3A2FDC69483F}"/>
          </ac:spMkLst>
        </pc:spChg>
      </pc:sldChg>
      <pc:sldChg chg="addSp delSp modSp new mod">
        <pc:chgData name="Reni Nithya" userId="81dbbd6ae6b89009" providerId="LiveId" clId="{712AF1E0-38CE-403E-8C05-4A6DF01D01E8}" dt="2025-10-25T10:45:48.040" v="389" actId="20577"/>
        <pc:sldMkLst>
          <pc:docMk/>
          <pc:sldMk cId="4162572699" sldId="258"/>
        </pc:sldMkLst>
        <pc:spChg chg="mod">
          <ac:chgData name="Reni Nithya" userId="81dbbd6ae6b89009" providerId="LiveId" clId="{712AF1E0-38CE-403E-8C05-4A6DF01D01E8}" dt="2025-10-25T10:45:48.040" v="389" actId="20577"/>
          <ac:spMkLst>
            <pc:docMk/>
            <pc:sldMk cId="4162572699" sldId="258"/>
            <ac:spMk id="2" creationId="{1136C018-BE28-3070-67EF-C1445605ED0F}"/>
          </ac:spMkLst>
        </pc:spChg>
        <pc:spChg chg="mod">
          <ac:chgData name="Reni Nithya" userId="81dbbd6ae6b89009" providerId="LiveId" clId="{712AF1E0-38CE-403E-8C05-4A6DF01D01E8}" dt="2025-10-25T10:13:41.003" v="136" actId="20577"/>
          <ac:spMkLst>
            <pc:docMk/>
            <pc:sldMk cId="4162572699" sldId="258"/>
            <ac:spMk id="3" creationId="{21E803C2-800D-38AE-15D9-39DA637F8A02}"/>
          </ac:spMkLst>
        </pc:spChg>
        <pc:spChg chg="add">
          <ac:chgData name="Reni Nithya" userId="81dbbd6ae6b89009" providerId="LiveId" clId="{712AF1E0-38CE-403E-8C05-4A6DF01D01E8}" dt="2025-10-25T09:06:06.970" v="37"/>
          <ac:spMkLst>
            <pc:docMk/>
            <pc:sldMk cId="4162572699" sldId="258"/>
            <ac:spMk id="4" creationId="{527C09D6-81A4-3EBB-DF1C-88B8686D7B24}"/>
          </ac:spMkLst>
        </pc:spChg>
        <pc:spChg chg="add">
          <ac:chgData name="Reni Nithya" userId="81dbbd6ae6b89009" providerId="LiveId" clId="{712AF1E0-38CE-403E-8C05-4A6DF01D01E8}" dt="2025-10-25T10:11:01.636" v="116"/>
          <ac:spMkLst>
            <pc:docMk/>
            <pc:sldMk cId="4162572699" sldId="258"/>
            <ac:spMk id="4" creationId="{C492E8F4-00A0-B890-535F-9A17F391D31B}"/>
          </ac:spMkLst>
        </pc:spChg>
        <pc:spChg chg="add mod">
          <ac:chgData name="Reni Nithya" userId="81dbbd6ae6b89009" providerId="LiveId" clId="{712AF1E0-38CE-403E-8C05-4A6DF01D01E8}" dt="2025-10-25T09:06:11.132" v="39"/>
          <ac:spMkLst>
            <pc:docMk/>
            <pc:sldMk cId="4162572699" sldId="258"/>
            <ac:spMk id="5" creationId="{1ED0A7A6-F7FA-65DF-91A5-1A4C6C87C514}"/>
          </ac:spMkLst>
        </pc:spChg>
        <pc:spChg chg="add del">
          <ac:chgData name="Reni Nithya" userId="81dbbd6ae6b89009" providerId="LiveId" clId="{712AF1E0-38CE-403E-8C05-4A6DF01D01E8}" dt="2025-10-25T10:11:41.511" v="129" actId="478"/>
          <ac:spMkLst>
            <pc:docMk/>
            <pc:sldMk cId="4162572699" sldId="258"/>
            <ac:spMk id="5" creationId="{836C48B2-77B3-B689-B57D-1685A0F8F527}"/>
          </ac:spMkLst>
        </pc:spChg>
        <pc:spChg chg="add mod">
          <ac:chgData name="Reni Nithya" userId="81dbbd6ae6b89009" providerId="LiveId" clId="{712AF1E0-38CE-403E-8C05-4A6DF01D01E8}" dt="2025-10-25T09:06:25.982" v="42" actId="21"/>
          <ac:spMkLst>
            <pc:docMk/>
            <pc:sldMk cId="4162572699" sldId="258"/>
            <ac:spMk id="6" creationId="{E6DB02F6-AEB7-513A-C993-55C46025399B}"/>
          </ac:spMkLst>
        </pc:spChg>
        <pc:spChg chg="add">
          <ac:chgData name="Reni Nithya" userId="81dbbd6ae6b89009" providerId="LiveId" clId="{712AF1E0-38CE-403E-8C05-4A6DF01D01E8}" dt="2025-10-25T09:07:09.411" v="47"/>
          <ac:spMkLst>
            <pc:docMk/>
            <pc:sldMk cId="4162572699" sldId="258"/>
            <ac:spMk id="7" creationId="{2F419908-BFCC-4ECE-71A4-4272A7A8BC37}"/>
          </ac:spMkLst>
        </pc:spChg>
        <pc:spChg chg="add">
          <ac:chgData name="Reni Nithya" userId="81dbbd6ae6b89009" providerId="LiveId" clId="{712AF1E0-38CE-403E-8C05-4A6DF01D01E8}" dt="2025-10-25T09:09:34.595" v="58"/>
          <ac:spMkLst>
            <pc:docMk/>
            <pc:sldMk cId="4162572699" sldId="258"/>
            <ac:spMk id="8" creationId="{23F0855B-791F-0F3A-CC17-8B2290D0ED41}"/>
          </ac:spMkLst>
        </pc:spChg>
      </pc:sldChg>
      <pc:sldChg chg="addSp delSp modSp new mod">
        <pc:chgData name="Reni Nithya" userId="81dbbd6ae6b89009" providerId="LiveId" clId="{712AF1E0-38CE-403E-8C05-4A6DF01D01E8}" dt="2025-10-25T10:29:42.136" v="264" actId="478"/>
        <pc:sldMkLst>
          <pc:docMk/>
          <pc:sldMk cId="2815640295" sldId="259"/>
        </pc:sldMkLst>
        <pc:spChg chg="mod">
          <ac:chgData name="Reni Nithya" userId="81dbbd6ae6b89009" providerId="LiveId" clId="{712AF1E0-38CE-403E-8C05-4A6DF01D01E8}" dt="2025-10-25T10:14:26.557" v="138"/>
          <ac:spMkLst>
            <pc:docMk/>
            <pc:sldMk cId="2815640295" sldId="259"/>
            <ac:spMk id="2" creationId="{CCD08884-3DA5-289D-E52A-C9733360B343}"/>
          </ac:spMkLst>
        </pc:spChg>
        <pc:spChg chg="add del mod">
          <ac:chgData name="Reni Nithya" userId="81dbbd6ae6b89009" providerId="LiveId" clId="{712AF1E0-38CE-403E-8C05-4A6DF01D01E8}" dt="2025-10-25T10:28:15.072" v="263" actId="6549"/>
          <ac:spMkLst>
            <pc:docMk/>
            <pc:sldMk cId="2815640295" sldId="259"/>
            <ac:spMk id="3" creationId="{F79B33D3-EE30-7ACB-C1B0-2A52BFD52161}"/>
          </ac:spMkLst>
        </pc:spChg>
        <pc:spChg chg="add mod">
          <ac:chgData name="Reni Nithya" userId="81dbbd6ae6b89009" providerId="LiveId" clId="{712AF1E0-38CE-403E-8C05-4A6DF01D01E8}" dt="2025-10-25T10:16:04.727" v="141"/>
          <ac:spMkLst>
            <pc:docMk/>
            <pc:sldMk cId="2815640295" sldId="259"/>
            <ac:spMk id="4" creationId="{252BE6C9-F21F-AA26-7C40-509933CE16C3}"/>
          </ac:spMkLst>
        </pc:spChg>
        <pc:spChg chg="add mod">
          <ac:chgData name="Reni Nithya" userId="81dbbd6ae6b89009" providerId="LiveId" clId="{712AF1E0-38CE-403E-8C05-4A6DF01D01E8}" dt="2025-10-25T10:16:20.360" v="145"/>
          <ac:spMkLst>
            <pc:docMk/>
            <pc:sldMk cId="2815640295" sldId="259"/>
            <ac:spMk id="5" creationId="{547CC420-911D-B716-73AF-75C2BFC66CCC}"/>
          </ac:spMkLst>
        </pc:spChg>
        <pc:spChg chg="add">
          <ac:chgData name="Reni Nithya" userId="81dbbd6ae6b89009" providerId="LiveId" clId="{712AF1E0-38CE-403E-8C05-4A6DF01D01E8}" dt="2025-10-25T10:18:24.325" v="164"/>
          <ac:spMkLst>
            <pc:docMk/>
            <pc:sldMk cId="2815640295" sldId="259"/>
            <ac:spMk id="6" creationId="{707E0D71-415F-9859-F2FE-0D482392FDD6}"/>
          </ac:spMkLst>
        </pc:spChg>
        <pc:spChg chg="add">
          <ac:chgData name="Reni Nithya" userId="81dbbd6ae6b89009" providerId="LiveId" clId="{712AF1E0-38CE-403E-8C05-4A6DF01D01E8}" dt="2025-10-25T10:18:28.626" v="166"/>
          <ac:spMkLst>
            <pc:docMk/>
            <pc:sldMk cId="2815640295" sldId="259"/>
            <ac:spMk id="7" creationId="{043C7DCC-ECA9-A289-9A16-F2185F4CC71E}"/>
          </ac:spMkLst>
        </pc:spChg>
        <pc:spChg chg="add">
          <ac:chgData name="Reni Nithya" userId="81dbbd6ae6b89009" providerId="LiveId" clId="{712AF1E0-38CE-403E-8C05-4A6DF01D01E8}" dt="2025-10-25T10:18:34.632" v="167"/>
          <ac:spMkLst>
            <pc:docMk/>
            <pc:sldMk cId="2815640295" sldId="259"/>
            <ac:spMk id="8" creationId="{F9A24E42-E71C-EF36-165F-B0598EF16F05}"/>
          </ac:spMkLst>
        </pc:spChg>
        <pc:spChg chg="add del">
          <ac:chgData name="Reni Nithya" userId="81dbbd6ae6b89009" providerId="LiveId" clId="{712AF1E0-38CE-403E-8C05-4A6DF01D01E8}" dt="2025-10-25T10:18:54.887" v="171" actId="478"/>
          <ac:spMkLst>
            <pc:docMk/>
            <pc:sldMk cId="2815640295" sldId="259"/>
            <ac:spMk id="9" creationId="{B8E16B00-7881-1956-F67E-D4784BDAD034}"/>
          </ac:spMkLst>
        </pc:spChg>
        <pc:spChg chg="add del">
          <ac:chgData name="Reni Nithya" userId="81dbbd6ae6b89009" providerId="LiveId" clId="{712AF1E0-38CE-403E-8C05-4A6DF01D01E8}" dt="2025-10-25T10:21:01.955" v="191" actId="478"/>
          <ac:spMkLst>
            <pc:docMk/>
            <pc:sldMk cId="2815640295" sldId="259"/>
            <ac:spMk id="10" creationId="{355437EF-0267-3E30-1DDD-CB6AD661405E}"/>
          </ac:spMkLst>
        </pc:spChg>
        <pc:spChg chg="add del">
          <ac:chgData name="Reni Nithya" userId="81dbbd6ae6b89009" providerId="LiveId" clId="{712AF1E0-38CE-403E-8C05-4A6DF01D01E8}" dt="2025-10-25T10:29:42.136" v="264" actId="478"/>
          <ac:spMkLst>
            <pc:docMk/>
            <pc:sldMk cId="2815640295" sldId="259"/>
            <ac:spMk id="11" creationId="{AEC2D0E3-2B9F-31C0-ED0D-E64DE0829355}"/>
          </ac:spMkLst>
        </pc:spChg>
      </pc:sldChg>
      <pc:sldChg chg="addSp delSp modSp new mod">
        <pc:chgData name="Reni Nithya" userId="81dbbd6ae6b89009" providerId="LiveId" clId="{712AF1E0-38CE-403E-8C05-4A6DF01D01E8}" dt="2025-10-25T10:32:33.354" v="289"/>
        <pc:sldMkLst>
          <pc:docMk/>
          <pc:sldMk cId="1787452249" sldId="260"/>
        </pc:sldMkLst>
        <pc:spChg chg="mod">
          <ac:chgData name="Reni Nithya" userId="81dbbd6ae6b89009" providerId="LiveId" clId="{712AF1E0-38CE-403E-8C05-4A6DF01D01E8}" dt="2025-10-25T10:29:54.414" v="267" actId="20577"/>
          <ac:spMkLst>
            <pc:docMk/>
            <pc:sldMk cId="1787452249" sldId="260"/>
            <ac:spMk id="2" creationId="{F8EDB199-5C52-46A8-4575-79C06664AD08}"/>
          </ac:spMkLst>
        </pc:spChg>
        <pc:spChg chg="add del mod">
          <ac:chgData name="Reni Nithya" userId="81dbbd6ae6b89009" providerId="LiveId" clId="{712AF1E0-38CE-403E-8C05-4A6DF01D01E8}" dt="2025-10-25T10:32:33.354" v="289"/>
          <ac:spMkLst>
            <pc:docMk/>
            <pc:sldMk cId="1787452249" sldId="260"/>
            <ac:spMk id="3" creationId="{2C37A35C-9C4A-6343-E5F7-BE488F8D3618}"/>
          </ac:spMkLst>
        </pc:spChg>
        <pc:spChg chg="add mod">
          <ac:chgData name="Reni Nithya" userId="81dbbd6ae6b89009" providerId="LiveId" clId="{712AF1E0-38CE-403E-8C05-4A6DF01D01E8}" dt="2025-10-25T10:30:09.249" v="269"/>
          <ac:spMkLst>
            <pc:docMk/>
            <pc:sldMk cId="1787452249" sldId="260"/>
            <ac:spMk id="4" creationId="{C9C24B34-6332-2D24-1455-34DC543ECE55}"/>
          </ac:spMkLst>
        </pc:spChg>
        <pc:spChg chg="add mod">
          <ac:chgData name="Reni Nithya" userId="81dbbd6ae6b89009" providerId="LiveId" clId="{712AF1E0-38CE-403E-8C05-4A6DF01D01E8}" dt="2025-10-25T10:30:12.826" v="272"/>
          <ac:spMkLst>
            <pc:docMk/>
            <pc:sldMk cId="1787452249" sldId="260"/>
            <ac:spMk id="5" creationId="{B6E300C2-E88E-32A9-2F81-1CDFBFCDAC60}"/>
          </ac:spMkLst>
        </pc:spChg>
      </pc:sldChg>
      <pc:sldChg chg="addSp delSp modSp new mod">
        <pc:chgData name="Reni Nithya" userId="81dbbd6ae6b89009" providerId="LiveId" clId="{712AF1E0-38CE-403E-8C05-4A6DF01D01E8}" dt="2025-10-25T10:45:19.182" v="385" actId="20577"/>
        <pc:sldMkLst>
          <pc:docMk/>
          <pc:sldMk cId="2143434203" sldId="261"/>
        </pc:sldMkLst>
        <pc:spChg chg="mod">
          <ac:chgData name="Reni Nithya" userId="81dbbd6ae6b89009" providerId="LiveId" clId="{712AF1E0-38CE-403E-8C05-4A6DF01D01E8}" dt="2025-10-25T10:45:19.182" v="385" actId="20577"/>
          <ac:spMkLst>
            <pc:docMk/>
            <pc:sldMk cId="2143434203" sldId="261"/>
            <ac:spMk id="2" creationId="{B332306F-649B-A407-8204-CA56BB755BE5}"/>
          </ac:spMkLst>
        </pc:spChg>
        <pc:spChg chg="add del mod">
          <ac:chgData name="Reni Nithya" userId="81dbbd6ae6b89009" providerId="LiveId" clId="{712AF1E0-38CE-403E-8C05-4A6DF01D01E8}" dt="2025-10-25T10:42:52.401" v="375" actId="20577"/>
          <ac:spMkLst>
            <pc:docMk/>
            <pc:sldMk cId="2143434203" sldId="261"/>
            <ac:spMk id="3" creationId="{F10660E8-8DED-9FF5-BF68-981FBBF99D8D}"/>
          </ac:spMkLst>
        </pc:spChg>
        <pc:spChg chg="add mod">
          <ac:chgData name="Reni Nithya" userId="81dbbd6ae6b89009" providerId="LiveId" clId="{712AF1E0-38CE-403E-8C05-4A6DF01D01E8}" dt="2025-10-25T10:35:48.173" v="293"/>
          <ac:spMkLst>
            <pc:docMk/>
            <pc:sldMk cId="2143434203" sldId="261"/>
            <ac:spMk id="4" creationId="{3201F15E-F0A4-27C1-0FC8-60F4FD9BD70D}"/>
          </ac:spMkLst>
        </pc:spChg>
        <pc:spChg chg="add mod">
          <ac:chgData name="Reni Nithya" userId="81dbbd6ae6b89009" providerId="LiveId" clId="{712AF1E0-38CE-403E-8C05-4A6DF01D01E8}" dt="2025-10-25T10:35:50.959" v="296"/>
          <ac:spMkLst>
            <pc:docMk/>
            <pc:sldMk cId="2143434203" sldId="261"/>
            <ac:spMk id="5" creationId="{B85001F3-AB23-D037-854F-047855A4D25A}"/>
          </ac:spMkLst>
        </pc:spChg>
        <pc:spChg chg="add mod">
          <ac:chgData name="Reni Nithya" userId="81dbbd6ae6b89009" providerId="LiveId" clId="{712AF1E0-38CE-403E-8C05-4A6DF01D01E8}" dt="2025-10-25T10:36:14.363" v="300"/>
          <ac:spMkLst>
            <pc:docMk/>
            <pc:sldMk cId="2143434203" sldId="261"/>
            <ac:spMk id="6" creationId="{1CDCFE18-53B8-CA33-ADCC-3ADE38C94670}"/>
          </ac:spMkLst>
        </pc:spChg>
        <pc:spChg chg="add del">
          <ac:chgData name="Reni Nithya" userId="81dbbd6ae6b89009" providerId="LiveId" clId="{712AF1E0-38CE-403E-8C05-4A6DF01D01E8}" dt="2025-10-25T10:36:24.883" v="303" actId="478"/>
          <ac:spMkLst>
            <pc:docMk/>
            <pc:sldMk cId="2143434203" sldId="261"/>
            <ac:spMk id="8" creationId="{4BD6513A-E733-14F1-7C16-0C5F93EDE25F}"/>
          </ac:spMkLst>
        </pc:spChg>
        <pc:spChg chg="add del">
          <ac:chgData name="Reni Nithya" userId="81dbbd6ae6b89009" providerId="LiveId" clId="{712AF1E0-38CE-403E-8C05-4A6DF01D01E8}" dt="2025-10-25T10:37:15.256" v="312" actId="478"/>
          <ac:spMkLst>
            <pc:docMk/>
            <pc:sldMk cId="2143434203" sldId="261"/>
            <ac:spMk id="10" creationId="{843C9EAF-8BAC-C37D-7F48-E30CFC9CF4EA}"/>
          </ac:spMkLst>
        </pc:spChg>
      </pc:sldChg>
      <pc:sldChg chg="addSp delSp modSp new mod">
        <pc:chgData name="Reni Nithya" userId="81dbbd6ae6b89009" providerId="LiveId" clId="{712AF1E0-38CE-403E-8C05-4A6DF01D01E8}" dt="2025-10-25T10:43:10.967" v="378" actId="12"/>
        <pc:sldMkLst>
          <pc:docMk/>
          <pc:sldMk cId="1413530406" sldId="262"/>
        </pc:sldMkLst>
        <pc:spChg chg="mod">
          <ac:chgData name="Reni Nithya" userId="81dbbd6ae6b89009" providerId="LiveId" clId="{712AF1E0-38CE-403E-8C05-4A6DF01D01E8}" dt="2025-10-25T10:39:27.786" v="332" actId="20577"/>
          <ac:spMkLst>
            <pc:docMk/>
            <pc:sldMk cId="1413530406" sldId="262"/>
            <ac:spMk id="2" creationId="{75C6AC4D-2539-DA66-526C-042BF879CB08}"/>
          </ac:spMkLst>
        </pc:spChg>
        <pc:spChg chg="add del mod">
          <ac:chgData name="Reni Nithya" userId="81dbbd6ae6b89009" providerId="LiveId" clId="{712AF1E0-38CE-403E-8C05-4A6DF01D01E8}" dt="2025-10-25T10:43:10.967" v="378" actId="12"/>
          <ac:spMkLst>
            <pc:docMk/>
            <pc:sldMk cId="1413530406" sldId="262"/>
            <ac:spMk id="3" creationId="{A2EE9FD4-006F-6445-6B19-90B175754EDD}"/>
          </ac:spMkLst>
        </pc:spChg>
        <pc:spChg chg="add mod">
          <ac:chgData name="Reni Nithya" userId="81dbbd6ae6b89009" providerId="LiveId" clId="{712AF1E0-38CE-403E-8C05-4A6DF01D01E8}" dt="2025-10-25T10:39:37.748" v="335"/>
          <ac:spMkLst>
            <pc:docMk/>
            <pc:sldMk cId="1413530406" sldId="262"/>
            <ac:spMk id="4" creationId="{45D47262-E164-E80D-8819-62E75290F0B5}"/>
          </ac:spMkLst>
        </pc:spChg>
        <pc:spChg chg="add">
          <ac:chgData name="Reni Nithya" userId="81dbbd6ae6b89009" providerId="LiveId" clId="{712AF1E0-38CE-403E-8C05-4A6DF01D01E8}" dt="2025-10-25T10:39:40.235" v="336"/>
          <ac:spMkLst>
            <pc:docMk/>
            <pc:sldMk cId="1413530406" sldId="262"/>
            <ac:spMk id="5" creationId="{7F0C1BC1-A316-6BA0-D0CC-08E22720E4C3}"/>
          </ac:spMkLst>
        </pc:spChg>
      </pc:sldChg>
      <pc:sldChg chg="addSp modSp new mod">
        <pc:chgData name="Reni Nithya" userId="81dbbd6ae6b89009" providerId="LiveId" clId="{712AF1E0-38CE-403E-8C05-4A6DF01D01E8}" dt="2025-10-25T10:48:32.351" v="403" actId="113"/>
        <pc:sldMkLst>
          <pc:docMk/>
          <pc:sldMk cId="2175743108" sldId="263"/>
        </pc:sldMkLst>
        <pc:spChg chg="mod">
          <ac:chgData name="Reni Nithya" userId="81dbbd6ae6b89009" providerId="LiveId" clId="{712AF1E0-38CE-403E-8C05-4A6DF01D01E8}" dt="2025-10-25T10:45:26.246" v="386" actId="20577"/>
          <ac:spMkLst>
            <pc:docMk/>
            <pc:sldMk cId="2175743108" sldId="263"/>
            <ac:spMk id="2" creationId="{9122AF6E-2776-6DAF-FE20-B7C062F82844}"/>
          </ac:spMkLst>
        </pc:spChg>
        <pc:spChg chg="mod">
          <ac:chgData name="Reni Nithya" userId="81dbbd6ae6b89009" providerId="LiveId" clId="{712AF1E0-38CE-403E-8C05-4A6DF01D01E8}" dt="2025-10-25T10:48:32.351" v="403" actId="113"/>
          <ac:spMkLst>
            <pc:docMk/>
            <pc:sldMk cId="2175743108" sldId="263"/>
            <ac:spMk id="3" creationId="{17458460-E7BA-F231-66D3-D6397A74CB61}"/>
          </ac:spMkLst>
        </pc:spChg>
        <pc:spChg chg="add">
          <ac:chgData name="Reni Nithya" userId="81dbbd6ae6b89009" providerId="LiveId" clId="{712AF1E0-38CE-403E-8C05-4A6DF01D01E8}" dt="2025-10-25T10:47:51.354" v="398"/>
          <ac:spMkLst>
            <pc:docMk/>
            <pc:sldMk cId="2175743108" sldId="263"/>
            <ac:spMk id="4" creationId="{02D4F9AE-D922-4CB3-F951-D7D5EF07FA56}"/>
          </ac:spMkLst>
        </pc:spChg>
      </pc:sldChg>
      <pc:sldChg chg="addSp modSp add mod">
        <pc:chgData name="Reni Nithya" userId="81dbbd6ae6b89009" providerId="LiveId" clId="{712AF1E0-38CE-403E-8C05-4A6DF01D01E8}" dt="2025-10-25T10:49:57.146" v="418" actId="20577"/>
        <pc:sldMkLst>
          <pc:docMk/>
          <pc:sldMk cId="625183258" sldId="264"/>
        </pc:sldMkLst>
        <pc:spChg chg="mod">
          <ac:chgData name="Reni Nithya" userId="81dbbd6ae6b89009" providerId="LiveId" clId="{712AF1E0-38CE-403E-8C05-4A6DF01D01E8}" dt="2025-10-25T10:49:57.146" v="418" actId="20577"/>
          <ac:spMkLst>
            <pc:docMk/>
            <pc:sldMk cId="625183258" sldId="264"/>
            <ac:spMk id="3" creationId="{50AF99EC-D085-CDE6-6D43-928190E6AE28}"/>
          </ac:spMkLst>
        </pc:spChg>
        <pc:spChg chg="add">
          <ac:chgData name="Reni Nithya" userId="81dbbd6ae6b89009" providerId="LiveId" clId="{712AF1E0-38CE-403E-8C05-4A6DF01D01E8}" dt="2025-10-25T10:49:09.647" v="409"/>
          <ac:spMkLst>
            <pc:docMk/>
            <pc:sldMk cId="625183258" sldId="264"/>
            <ac:spMk id="4" creationId="{A9A64169-5D46-F00E-6737-4DC0567947CA}"/>
          </ac:spMkLst>
        </pc:spChg>
      </pc:sldChg>
      <pc:sldChg chg="modSp new mod">
        <pc:chgData name="Reni Nithya" userId="81dbbd6ae6b89009" providerId="LiveId" clId="{712AF1E0-38CE-403E-8C05-4A6DF01D01E8}" dt="2025-10-25T10:51:49.434" v="441" actId="20577"/>
        <pc:sldMkLst>
          <pc:docMk/>
          <pc:sldMk cId="1874564406" sldId="265"/>
        </pc:sldMkLst>
        <pc:spChg chg="mod">
          <ac:chgData name="Reni Nithya" userId="81dbbd6ae6b89009" providerId="LiveId" clId="{712AF1E0-38CE-403E-8C05-4A6DF01D01E8}" dt="2025-10-25T10:50:43.649" v="420"/>
          <ac:spMkLst>
            <pc:docMk/>
            <pc:sldMk cId="1874564406" sldId="265"/>
            <ac:spMk id="2" creationId="{863CCE3D-2D72-62A6-8D8B-15A0CECE9C8E}"/>
          </ac:spMkLst>
        </pc:spChg>
        <pc:spChg chg="mod">
          <ac:chgData name="Reni Nithya" userId="81dbbd6ae6b89009" providerId="LiveId" clId="{712AF1E0-38CE-403E-8C05-4A6DF01D01E8}" dt="2025-10-25T10:51:49.434" v="441" actId="20577"/>
          <ac:spMkLst>
            <pc:docMk/>
            <pc:sldMk cId="1874564406" sldId="265"/>
            <ac:spMk id="3" creationId="{3C453465-CD46-E4B9-BC9E-07B7667D93AD}"/>
          </ac:spMkLst>
        </pc:spChg>
      </pc:sldChg>
      <pc:sldChg chg="modSp add mod">
        <pc:chgData name="Reni Nithya" userId="81dbbd6ae6b89009" providerId="LiveId" clId="{712AF1E0-38CE-403E-8C05-4A6DF01D01E8}" dt="2025-10-25T10:52:30.807" v="447"/>
        <pc:sldMkLst>
          <pc:docMk/>
          <pc:sldMk cId="3972797380" sldId="266"/>
        </pc:sldMkLst>
        <pc:spChg chg="mod">
          <ac:chgData name="Reni Nithya" userId="81dbbd6ae6b89009" providerId="LiveId" clId="{712AF1E0-38CE-403E-8C05-4A6DF01D01E8}" dt="2025-10-25T10:52:30.807" v="447"/>
          <ac:spMkLst>
            <pc:docMk/>
            <pc:sldMk cId="3972797380" sldId="266"/>
            <ac:spMk id="3" creationId="{3E271A1E-CD54-4BDD-918F-30395AA1860D}"/>
          </ac:spMkLst>
        </pc:spChg>
      </pc:sldChg>
      <pc:sldChg chg="modSp new mod">
        <pc:chgData name="Reni Nithya" userId="81dbbd6ae6b89009" providerId="LiveId" clId="{712AF1E0-38CE-403E-8C05-4A6DF01D01E8}" dt="2025-10-25T10:53:25.414" v="469"/>
        <pc:sldMkLst>
          <pc:docMk/>
          <pc:sldMk cId="2223323992" sldId="267"/>
        </pc:sldMkLst>
        <pc:spChg chg="mod">
          <ac:chgData name="Reni Nithya" userId="81dbbd6ae6b89009" providerId="LiveId" clId="{712AF1E0-38CE-403E-8C05-4A6DF01D01E8}" dt="2025-10-25T10:52:56.613" v="460" actId="20577"/>
          <ac:spMkLst>
            <pc:docMk/>
            <pc:sldMk cId="2223323992" sldId="267"/>
            <ac:spMk id="2" creationId="{5151C5A1-6889-934D-16AC-D16436EFFB66}"/>
          </ac:spMkLst>
        </pc:spChg>
        <pc:spChg chg="mod">
          <ac:chgData name="Reni Nithya" userId="81dbbd6ae6b89009" providerId="LiveId" clId="{712AF1E0-38CE-403E-8C05-4A6DF01D01E8}" dt="2025-10-25T10:53:25.414" v="469"/>
          <ac:spMkLst>
            <pc:docMk/>
            <pc:sldMk cId="2223323992" sldId="267"/>
            <ac:spMk id="3" creationId="{AD461302-A8FE-D151-62C9-32609F780E6A}"/>
          </ac:spMkLst>
        </pc:spChg>
      </pc:sldChg>
    </pc:docChg>
  </pc:docChgLst>
</pc:chgInfo>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4AE8E9D-24C5-445F-A9A8-FDD72734A568}" type="datetimeFigureOut">
              <a:rPr lang="en-IN" smtClean="0"/>
              <a:t>25-10-2025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307185B4-0395-4B90-AAC7-9BF9E68DEC2F}" type="slidenum">
              <a:rPr lang="en-IN" smtClean="0"/>
              <a:t>‹#›</a:t>
            </a:fld>
            <a:endParaRPr lang="en-IN"/>
          </a:p>
        </p:txBody>
      </p:sp>
    </p:spTree>
    <p:extLst>
      <p:ext uri="{BB962C8B-B14F-4D97-AF65-F5344CB8AC3E}">
        <p14:creationId xmlns:p14="http://schemas.microsoft.com/office/powerpoint/2010/main" val="2940216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AE8E9D-24C5-445F-A9A8-FDD72734A568}" type="datetimeFigureOut">
              <a:rPr lang="en-IN" smtClean="0"/>
              <a:t>25-10-2025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7185B4-0395-4B90-AAC7-9BF9E68DEC2F}" type="slidenum">
              <a:rPr lang="en-IN" smtClean="0"/>
              <a:t>‹#›</a:t>
            </a:fld>
            <a:endParaRPr lang="en-IN"/>
          </a:p>
        </p:txBody>
      </p:sp>
    </p:spTree>
    <p:extLst>
      <p:ext uri="{BB962C8B-B14F-4D97-AF65-F5344CB8AC3E}">
        <p14:creationId xmlns:p14="http://schemas.microsoft.com/office/powerpoint/2010/main" val="2350368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24AE8E9D-24C5-445F-A9A8-FDD72734A568}" type="datetimeFigureOut">
              <a:rPr lang="en-IN" smtClean="0"/>
              <a:t>25-10-2025</a:t>
            </a:fld>
            <a:endParaRPr lang="en-IN"/>
          </a:p>
        </p:txBody>
      </p:sp>
      <p:sp>
        <p:nvSpPr>
          <p:cNvPr id="5" name="Footer Placeholder 4"/>
          <p:cNvSpPr>
            <a:spLocks noGrp="1"/>
          </p:cNvSpPr>
          <p:nvPr>
            <p:ph type="ftr" sz="quarter" idx="11"/>
          </p:nvPr>
        </p:nvSpPr>
        <p:spPr>
          <a:xfrm>
            <a:off x="2182708" y="6272784"/>
            <a:ext cx="6327648" cy="365125"/>
          </a:xfrm>
        </p:spPr>
        <p:txBody>
          <a:bodyPr/>
          <a:lstStyle/>
          <a:p>
            <a:endParaRPr lang="en-IN"/>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307185B4-0395-4B90-AAC7-9BF9E68DEC2F}" type="slidenum">
              <a:rPr lang="en-IN" smtClean="0"/>
              <a:t>‹#›</a:t>
            </a:fld>
            <a:endParaRPr lang="en-IN"/>
          </a:p>
        </p:txBody>
      </p:sp>
    </p:spTree>
    <p:extLst>
      <p:ext uri="{BB962C8B-B14F-4D97-AF65-F5344CB8AC3E}">
        <p14:creationId xmlns:p14="http://schemas.microsoft.com/office/powerpoint/2010/main" val="12582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4AE8E9D-24C5-445F-A9A8-FDD72734A568}" type="datetimeFigureOut">
              <a:rPr lang="en-IN" smtClean="0"/>
              <a:t>25-10-2025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7185B4-0395-4B90-AAC7-9BF9E68DEC2F}" type="slidenum">
              <a:rPr lang="en-IN" smtClean="0"/>
              <a:t>‹#›</a:t>
            </a:fld>
            <a:endParaRPr lang="en-IN"/>
          </a:p>
        </p:txBody>
      </p:sp>
    </p:spTree>
    <p:extLst>
      <p:ext uri="{BB962C8B-B14F-4D97-AF65-F5344CB8AC3E}">
        <p14:creationId xmlns:p14="http://schemas.microsoft.com/office/powerpoint/2010/main" val="3051532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4AE8E9D-24C5-445F-A9A8-FDD72734A568}" type="datetimeFigureOut">
              <a:rPr lang="en-IN" smtClean="0"/>
              <a:t>25-10-2025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7185B4-0395-4B90-AAC7-9BF9E68DEC2F}" type="slidenum">
              <a:rPr lang="en-IN" smtClean="0"/>
              <a:t>‹#›</a:t>
            </a:fld>
            <a:endParaRPr lang="en-IN"/>
          </a:p>
        </p:txBody>
      </p:sp>
    </p:spTree>
    <p:extLst>
      <p:ext uri="{BB962C8B-B14F-4D97-AF65-F5344CB8AC3E}">
        <p14:creationId xmlns:p14="http://schemas.microsoft.com/office/powerpoint/2010/main" val="33221413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4AE8E9D-24C5-445F-A9A8-FDD72734A568}" type="datetimeFigureOut">
              <a:rPr lang="en-IN" smtClean="0"/>
              <a:t>25-10-2025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7185B4-0395-4B90-AAC7-9BF9E68DEC2F}" type="slidenum">
              <a:rPr lang="en-IN" smtClean="0"/>
              <a:t>‹#›</a:t>
            </a:fld>
            <a:endParaRPr lang="en-IN"/>
          </a:p>
        </p:txBody>
      </p:sp>
    </p:spTree>
    <p:extLst>
      <p:ext uri="{BB962C8B-B14F-4D97-AF65-F5344CB8AC3E}">
        <p14:creationId xmlns:p14="http://schemas.microsoft.com/office/powerpoint/2010/main" val="3436619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AE8E9D-24C5-445F-A9A8-FDD72734A568}" type="datetimeFigureOut">
              <a:rPr lang="en-IN" smtClean="0"/>
              <a:t>25-10-2025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7185B4-0395-4B90-AAC7-9BF9E68DEC2F}" type="slidenum">
              <a:rPr lang="en-IN" smtClean="0"/>
              <a:t>‹#›</a:t>
            </a:fld>
            <a:endParaRPr lang="en-IN"/>
          </a:p>
        </p:txBody>
      </p:sp>
    </p:spTree>
    <p:extLst>
      <p:ext uri="{BB962C8B-B14F-4D97-AF65-F5344CB8AC3E}">
        <p14:creationId xmlns:p14="http://schemas.microsoft.com/office/powerpoint/2010/main" val="17031818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4AE8E9D-24C5-445F-A9A8-FDD72734A568}" type="datetimeFigureOut">
              <a:rPr lang="en-IN" smtClean="0"/>
              <a:t>25-10-2025</a:t>
            </a:fld>
            <a:endParaRPr lang="en-IN"/>
          </a:p>
        </p:txBody>
      </p:sp>
      <p:sp>
        <p:nvSpPr>
          <p:cNvPr id="6" name="Footer Placeholder 5"/>
          <p:cNvSpPr>
            <a:spLocks noGrp="1"/>
          </p:cNvSpPr>
          <p:nvPr>
            <p:ph type="ftr" sz="quarter" idx="11"/>
          </p:nvPr>
        </p:nvSpPr>
        <p:spPr/>
        <p:txBody>
          <a:bodyPr/>
          <a:lstStyle/>
          <a:p>
            <a:endParaRPr lang="en-IN"/>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307185B4-0395-4B90-AAC7-9BF9E68DEC2F}" type="slidenum">
              <a:rPr lang="en-IN" smtClean="0"/>
              <a:t>‹#›</a:t>
            </a:fld>
            <a:endParaRPr lang="en-IN"/>
          </a:p>
        </p:txBody>
      </p:sp>
    </p:spTree>
    <p:extLst>
      <p:ext uri="{BB962C8B-B14F-4D97-AF65-F5344CB8AC3E}">
        <p14:creationId xmlns:p14="http://schemas.microsoft.com/office/powerpoint/2010/main" val="2115393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4AE8E9D-24C5-445F-A9A8-FDD72734A568}" type="datetimeFigureOut">
              <a:rPr lang="en-IN" smtClean="0"/>
              <a:t>25-10-2025</a:t>
            </a:fld>
            <a:endParaRPr lang="en-IN"/>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307185B4-0395-4B90-AAC7-9BF9E68DEC2F}" type="slidenum">
              <a:rPr lang="en-IN" smtClean="0"/>
              <a:t>‹#›</a:t>
            </a:fld>
            <a:endParaRPr lang="en-IN"/>
          </a:p>
        </p:txBody>
      </p:sp>
    </p:spTree>
    <p:extLst>
      <p:ext uri="{BB962C8B-B14F-4D97-AF65-F5344CB8AC3E}">
        <p14:creationId xmlns:p14="http://schemas.microsoft.com/office/powerpoint/2010/main" val="29154924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AE8E9D-24C5-445F-A9A8-FDD72734A568}" type="datetimeFigureOut">
              <a:rPr lang="en-IN" smtClean="0"/>
              <a:t>25-10-2025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7185B4-0395-4B90-AAC7-9BF9E68DEC2F}" type="slidenum">
              <a:rPr lang="en-IN" smtClean="0"/>
              <a:t>‹#›</a:t>
            </a:fld>
            <a:endParaRPr lang="en-IN"/>
          </a:p>
        </p:txBody>
      </p:sp>
    </p:spTree>
    <p:extLst>
      <p:ext uri="{BB962C8B-B14F-4D97-AF65-F5344CB8AC3E}">
        <p14:creationId xmlns:p14="http://schemas.microsoft.com/office/powerpoint/2010/main" val="7380122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AE8E9D-24C5-445F-A9A8-FDD72734A568}" type="datetimeFigureOut">
              <a:rPr lang="en-IN" smtClean="0"/>
              <a:t>25-10-2025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7185B4-0395-4B90-AAC7-9BF9E68DEC2F}" type="slidenum">
              <a:rPr lang="en-IN" smtClean="0"/>
              <a:t>‹#›</a:t>
            </a:fld>
            <a:endParaRPr lang="en-IN"/>
          </a:p>
        </p:txBody>
      </p:sp>
    </p:spTree>
    <p:extLst>
      <p:ext uri="{BB962C8B-B14F-4D97-AF65-F5344CB8AC3E}">
        <p14:creationId xmlns:p14="http://schemas.microsoft.com/office/powerpoint/2010/main" val="1583547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24AE8E9D-24C5-445F-A9A8-FDD72734A568}" type="datetimeFigureOut">
              <a:rPr lang="en-IN" smtClean="0"/>
              <a:t>25-10-2025</a:t>
            </a:fld>
            <a:endParaRPr lang="en-IN"/>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IN"/>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307185B4-0395-4B90-AAC7-9BF9E68DEC2F}" type="slidenum">
              <a:rPr lang="en-IN" smtClean="0"/>
              <a:t>‹#›</a:t>
            </a:fld>
            <a:endParaRPr lang="en-IN"/>
          </a:p>
        </p:txBody>
      </p:sp>
    </p:spTree>
    <p:extLst>
      <p:ext uri="{BB962C8B-B14F-4D97-AF65-F5344CB8AC3E}">
        <p14:creationId xmlns:p14="http://schemas.microsoft.com/office/powerpoint/2010/main" val="129607527"/>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5387C-A39F-5B82-ACEF-93DC52BA6329}"/>
              </a:ext>
            </a:extLst>
          </p:cNvPr>
          <p:cNvSpPr>
            <a:spLocks noGrp="1"/>
          </p:cNvSpPr>
          <p:nvPr>
            <p:ph type="ctrTitle"/>
          </p:nvPr>
        </p:nvSpPr>
        <p:spPr/>
        <p:txBody>
          <a:bodyPr/>
          <a:lstStyle/>
          <a:p>
            <a:r>
              <a:rPr lang="en-US" sz="6000" dirty="0"/>
              <a:t>steps involved in initialization, tracking, and mapping in SLAM</a:t>
            </a:r>
            <a:endParaRPr lang="en-IN" sz="6000" dirty="0"/>
          </a:p>
        </p:txBody>
      </p:sp>
      <p:sp>
        <p:nvSpPr>
          <p:cNvPr id="3" name="Subtitle 2">
            <a:extLst>
              <a:ext uri="{FF2B5EF4-FFF2-40B4-BE49-F238E27FC236}">
                <a16:creationId xmlns:a16="http://schemas.microsoft.com/office/drawing/2014/main" id="{F6EC429D-E4BC-E3FC-AB37-C8D46C4E1098}"/>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1636555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0EACD-9BAD-DF17-9659-ADF1DE533D53}"/>
              </a:ext>
            </a:extLst>
          </p:cNvPr>
          <p:cNvSpPr>
            <a:spLocks noGrp="1"/>
          </p:cNvSpPr>
          <p:nvPr>
            <p:ph type="title"/>
          </p:nvPr>
        </p:nvSpPr>
        <p:spPr/>
        <p:txBody>
          <a:bodyPr/>
          <a:lstStyle/>
          <a:p>
            <a:r>
              <a:rPr lang="en-IN" dirty="0"/>
              <a:t>Introduction to SLAM</a:t>
            </a:r>
          </a:p>
        </p:txBody>
      </p:sp>
      <p:sp>
        <p:nvSpPr>
          <p:cNvPr id="3" name="Content Placeholder 2">
            <a:extLst>
              <a:ext uri="{FF2B5EF4-FFF2-40B4-BE49-F238E27FC236}">
                <a16:creationId xmlns:a16="http://schemas.microsoft.com/office/drawing/2014/main" id="{4F1CB2DF-AC37-9188-B9A3-987283896C49}"/>
              </a:ext>
            </a:extLst>
          </p:cNvPr>
          <p:cNvSpPr>
            <a:spLocks noGrp="1"/>
          </p:cNvSpPr>
          <p:nvPr>
            <p:ph idx="1"/>
          </p:nvPr>
        </p:nvSpPr>
        <p:spPr/>
        <p:txBody>
          <a:bodyPr>
            <a:normAutofit fontScale="85000" lnSpcReduction="20000"/>
          </a:bodyPr>
          <a:lstStyle/>
          <a:p>
            <a:pPr algn="just"/>
            <a:r>
              <a:rPr lang="en-US" b="1" dirty="0"/>
              <a:t>Simultaneous Localization and Mapping (SLAM)</a:t>
            </a:r>
            <a:r>
              <a:rPr lang="en-US" dirty="0"/>
              <a:t> is a foundational algorithm in robotics that solves the problem of an autonomous agent building a consistent map of an unknown environment while simultaneously determining its own pose (position and orientation) within that map.</a:t>
            </a:r>
          </a:p>
          <a:p>
            <a:pPr algn="just"/>
            <a:r>
              <a:rPr lang="en-US" b="1" dirty="0"/>
              <a:t>The Core Problem:</a:t>
            </a:r>
            <a:r>
              <a:rPr lang="en-US" dirty="0"/>
              <a:t> SLAM addresses a "chicken-and-egg" problem: to build an accurate map, the robot's pose must be known, but to accurately determine the pose, a good map is required.</a:t>
            </a:r>
          </a:p>
          <a:p>
            <a:pPr algn="just"/>
            <a:r>
              <a:rPr lang="en-US" dirty="0"/>
              <a:t>Modern SLAM systems, particularly in visual SLAM (using cameras), are often structured as a </a:t>
            </a:r>
            <a:r>
              <a:rPr lang="en-US" i="1" dirty="0"/>
              <a:t>frontend</a:t>
            </a:r>
            <a:r>
              <a:rPr lang="en-US" dirty="0"/>
              <a:t> and a </a:t>
            </a:r>
            <a:r>
              <a:rPr lang="en-US" i="1" dirty="0"/>
              <a:t>backend</a:t>
            </a:r>
            <a:r>
              <a:rPr lang="en-US" dirty="0"/>
              <a:t>.</a:t>
            </a:r>
          </a:p>
          <a:p>
            <a:pPr lvl="1" algn="just"/>
            <a:r>
              <a:rPr lang="en-US" b="1" dirty="0"/>
              <a:t>Frontend:</a:t>
            </a:r>
            <a:r>
              <a:rPr lang="en-US" dirty="0"/>
              <a:t> Handles processing sensor data frame-by-frame. This includes </a:t>
            </a:r>
            <a:r>
              <a:rPr lang="en-US" b="1" dirty="0"/>
              <a:t>Initialization</a:t>
            </a:r>
            <a:r>
              <a:rPr lang="en-US" dirty="0"/>
              <a:t> and </a:t>
            </a:r>
            <a:r>
              <a:rPr lang="en-US" b="1" dirty="0"/>
              <a:t>Tracking</a:t>
            </a:r>
            <a:r>
              <a:rPr lang="en-US" dirty="0"/>
              <a:t>. </a:t>
            </a:r>
          </a:p>
          <a:p>
            <a:pPr lvl="1" algn="just"/>
            <a:r>
              <a:rPr lang="en-US" b="1" dirty="0"/>
              <a:t>Backend:</a:t>
            </a:r>
            <a:r>
              <a:rPr lang="en-US" dirty="0"/>
              <a:t> Runs optimization processes in the background to refine the map and poses. This is where Mapping (specifically refinement and loop closing) primarily occurs.</a:t>
            </a:r>
          </a:p>
          <a:p>
            <a:r>
              <a:rPr lang="en-US" dirty="0"/>
              <a:t>Typical sensors used include:</a:t>
            </a:r>
          </a:p>
          <a:p>
            <a:pPr lvl="1"/>
            <a:r>
              <a:rPr lang="en-US" b="1" dirty="0"/>
              <a:t>LIDAR</a:t>
            </a:r>
            <a:r>
              <a:rPr lang="en-US" dirty="0"/>
              <a:t> (Light Detection and Ranging)</a:t>
            </a:r>
          </a:p>
          <a:p>
            <a:pPr lvl="1"/>
            <a:r>
              <a:rPr lang="en-US" b="1" dirty="0"/>
              <a:t>Cameras</a:t>
            </a:r>
            <a:r>
              <a:rPr lang="en-US" dirty="0"/>
              <a:t> (Monocular, Stereo, or RGB-D)</a:t>
            </a:r>
          </a:p>
          <a:p>
            <a:pPr lvl="1"/>
            <a:r>
              <a:rPr lang="en-US" b="1" dirty="0"/>
              <a:t>IMU</a:t>
            </a:r>
            <a:r>
              <a:rPr lang="en-US" dirty="0"/>
              <a:t> (Inertial Measurement Unit)</a:t>
            </a:r>
          </a:p>
          <a:p>
            <a:pPr lvl="1"/>
            <a:r>
              <a:rPr lang="en-US" b="1" dirty="0"/>
              <a:t>Wheel encoders</a:t>
            </a:r>
            <a:r>
              <a:rPr lang="en-US" dirty="0"/>
              <a:t> or </a:t>
            </a:r>
            <a:r>
              <a:rPr lang="en-US" b="1" dirty="0"/>
              <a:t>GPS</a:t>
            </a:r>
            <a:r>
              <a:rPr lang="en-US" dirty="0"/>
              <a:t> (in outdoor applications)</a:t>
            </a:r>
          </a:p>
        </p:txBody>
      </p:sp>
    </p:spTree>
    <p:extLst>
      <p:ext uri="{BB962C8B-B14F-4D97-AF65-F5344CB8AC3E}">
        <p14:creationId xmlns:p14="http://schemas.microsoft.com/office/powerpoint/2010/main" val="2089290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6C018-BE28-3070-67EF-C1445605ED0F}"/>
              </a:ext>
            </a:extLst>
          </p:cNvPr>
          <p:cNvSpPr>
            <a:spLocks noGrp="1"/>
          </p:cNvSpPr>
          <p:nvPr>
            <p:ph type="title"/>
          </p:nvPr>
        </p:nvSpPr>
        <p:spPr/>
        <p:txBody>
          <a:bodyPr/>
          <a:lstStyle/>
          <a:p>
            <a:r>
              <a:rPr lang="en-IN" dirty="0"/>
              <a:t>1. Initialization (Bootstrapping):</a:t>
            </a:r>
          </a:p>
        </p:txBody>
      </p:sp>
      <p:sp>
        <p:nvSpPr>
          <p:cNvPr id="3" name="Content Placeholder 2">
            <a:extLst>
              <a:ext uri="{FF2B5EF4-FFF2-40B4-BE49-F238E27FC236}">
                <a16:creationId xmlns:a16="http://schemas.microsoft.com/office/drawing/2014/main" id="{21E803C2-800D-38AE-15D9-39DA637F8A02}"/>
              </a:ext>
            </a:extLst>
          </p:cNvPr>
          <p:cNvSpPr>
            <a:spLocks noGrp="1"/>
          </p:cNvSpPr>
          <p:nvPr>
            <p:ph idx="1"/>
          </p:nvPr>
        </p:nvSpPr>
        <p:spPr/>
        <p:txBody>
          <a:bodyPr>
            <a:normAutofit/>
          </a:bodyPr>
          <a:lstStyle/>
          <a:p>
            <a:pPr algn="just"/>
            <a:r>
              <a:rPr lang="en-US" b="1" dirty="0"/>
              <a:t>Initialization</a:t>
            </a:r>
            <a:r>
              <a:rPr lang="en-US" dirty="0"/>
              <a:t> is the critical first step where the SLAM system builds its very first piece of the map. It has no prior information about the environment or its starting position. The goal is to establish an initial 3D map (a set of landmarks) and a coordinate system origin.</a:t>
            </a:r>
          </a:p>
          <a:p>
            <a:pPr algn="just"/>
            <a:r>
              <a:rPr lang="en-IN" dirty="0"/>
              <a:t>Challenges:</a:t>
            </a:r>
          </a:p>
          <a:p>
            <a:pPr lvl="1" algn="just"/>
            <a:r>
              <a:rPr lang="en-US" b="1" dirty="0"/>
              <a:t>Goal and Challenges:</a:t>
            </a:r>
            <a:r>
              <a:rPr lang="en-US" dirty="0"/>
              <a:t> The goal is to create the first set of 3D map points (landmarks) and define a world coordinate system. </a:t>
            </a:r>
          </a:p>
          <a:p>
            <a:pPr lvl="1" algn="just"/>
            <a:r>
              <a:rPr lang="en-US" dirty="0"/>
              <a:t>The primary challenge, especially for </a:t>
            </a:r>
            <a:r>
              <a:rPr lang="en-US" b="1" dirty="0"/>
              <a:t>monocular cameras</a:t>
            </a:r>
            <a:r>
              <a:rPr lang="en-US" dirty="0"/>
              <a:t> (single camera), is </a:t>
            </a:r>
            <a:r>
              <a:rPr lang="en-US" b="1" dirty="0"/>
              <a:t>scale ambiguity</a:t>
            </a:r>
            <a:r>
              <a:rPr lang="en-US" dirty="0"/>
              <a:t>. </a:t>
            </a:r>
          </a:p>
          <a:p>
            <a:pPr lvl="1" algn="just"/>
            <a:r>
              <a:rPr lang="en-US" dirty="0"/>
              <a:t>A single camera cannot distinguish between a small object nearby and a large object far away, so the initial map has an arbitrary scale.</a:t>
            </a:r>
            <a:endParaRPr lang="en-US" altLang="en-US" dirty="0">
              <a:latin typeface="Arial" panose="020B0604020202020204" pitchFamily="34" charset="0"/>
            </a:endParaRPr>
          </a:p>
          <a:p>
            <a:pPr algn="just"/>
            <a:endParaRPr lang="en-IN" dirty="0"/>
          </a:p>
        </p:txBody>
      </p:sp>
    </p:spTree>
    <p:extLst>
      <p:ext uri="{BB962C8B-B14F-4D97-AF65-F5344CB8AC3E}">
        <p14:creationId xmlns:p14="http://schemas.microsoft.com/office/powerpoint/2010/main" val="41625726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08884-3DA5-289D-E52A-C9733360B343}"/>
              </a:ext>
            </a:extLst>
          </p:cNvPr>
          <p:cNvSpPr>
            <a:spLocks noGrp="1"/>
          </p:cNvSpPr>
          <p:nvPr>
            <p:ph type="title"/>
          </p:nvPr>
        </p:nvSpPr>
        <p:spPr/>
        <p:txBody>
          <a:bodyPr/>
          <a:lstStyle/>
          <a:p>
            <a:r>
              <a:rPr lang="en-IN" dirty="0"/>
              <a:t>Steps for Monocular SLAM (e.g., ORB-SLAM):</a:t>
            </a:r>
          </a:p>
        </p:txBody>
      </p:sp>
      <p:sp>
        <p:nvSpPr>
          <p:cNvPr id="3" name="Content Placeholder 2">
            <a:extLst>
              <a:ext uri="{FF2B5EF4-FFF2-40B4-BE49-F238E27FC236}">
                <a16:creationId xmlns:a16="http://schemas.microsoft.com/office/drawing/2014/main" id="{F79B33D3-EE30-7ACB-C1B0-2A52BFD52161}"/>
              </a:ext>
            </a:extLst>
          </p:cNvPr>
          <p:cNvSpPr>
            <a:spLocks noGrp="1"/>
          </p:cNvSpPr>
          <p:nvPr>
            <p:ph idx="1"/>
          </p:nvPr>
        </p:nvSpPr>
        <p:spPr/>
        <p:txBody>
          <a:bodyPr>
            <a:normAutofit fontScale="92500" lnSpcReduction="20000"/>
          </a:bodyPr>
          <a:lstStyle/>
          <a:p>
            <a:pPr marL="457200" indent="-457200" algn="just">
              <a:buFont typeface="+mj-lt"/>
              <a:buAutoNum type="arabicPeriod"/>
            </a:pPr>
            <a:r>
              <a:rPr lang="en-US" altLang="en-US" b="1" dirty="0">
                <a:latin typeface="Google Sans Text"/>
              </a:rPr>
              <a:t>Find Keyframes:</a:t>
            </a:r>
            <a:r>
              <a:rPr lang="en-US" altLang="en-US" dirty="0"/>
              <a:t> The system selects two initial frames (</a:t>
            </a:r>
            <a:r>
              <a:rPr lang="en-US" altLang="en-US" dirty="0">
                <a:latin typeface="Google Sans Text"/>
              </a:rPr>
              <a:t>F</a:t>
            </a:r>
            <a:r>
              <a:rPr lang="en-US" altLang="en-US" baseline="-25000" dirty="0">
                <a:latin typeface="Google Sans Text"/>
              </a:rPr>
              <a:t>1</a:t>
            </a:r>
            <a:r>
              <a:rPr lang="en-US" altLang="en-US" dirty="0"/>
              <a:t> and </a:t>
            </a:r>
            <a:r>
              <a:rPr lang="en-US" altLang="en-US" dirty="0">
                <a:latin typeface="Google Sans Text"/>
              </a:rPr>
              <a:t>F</a:t>
            </a:r>
            <a:r>
              <a:rPr lang="en-US" altLang="en-US" baseline="-25000" dirty="0">
                <a:latin typeface="Google Sans Text"/>
              </a:rPr>
              <a:t>2</a:t>
            </a:r>
            <a:r>
              <a:rPr lang="en-US" altLang="en-US" dirty="0"/>
              <a:t>) that have a sufficient </a:t>
            </a:r>
            <a:r>
              <a:rPr lang="en-US" altLang="en-US" b="1" dirty="0">
                <a:latin typeface="Google Sans Text"/>
              </a:rPr>
              <a:t>baseline</a:t>
            </a:r>
            <a:r>
              <a:rPr lang="en-US" altLang="en-US" dirty="0"/>
              <a:t> (distance moved) and </a:t>
            </a:r>
            <a:r>
              <a:rPr lang="en-US" altLang="en-US" b="1" dirty="0">
                <a:latin typeface="Google Sans Text"/>
              </a:rPr>
              <a:t>parallax</a:t>
            </a:r>
            <a:r>
              <a:rPr lang="en-US" altLang="en-US" dirty="0"/>
              <a:t> (apparent motion of features).</a:t>
            </a:r>
            <a:endParaRPr lang="en-US" altLang="en-US" dirty="0">
              <a:latin typeface="Arial" panose="020B0604020202020204" pitchFamily="34" charset="0"/>
            </a:endParaRPr>
          </a:p>
          <a:p>
            <a:pPr marL="457200" indent="-457200" algn="just">
              <a:buFont typeface="+mj-lt"/>
              <a:buAutoNum type="arabicPeriod"/>
            </a:pPr>
            <a:r>
              <a:rPr lang="en-US" b="1" dirty="0"/>
              <a:t>Feature Matching: </a:t>
            </a:r>
            <a:r>
              <a:rPr lang="en-US" dirty="0"/>
              <a:t>2D features (e.g., ORB, SIFT) are detected and matched between </a:t>
            </a:r>
            <a:r>
              <a:rPr lang="en-US" altLang="en-US" dirty="0">
                <a:latin typeface="Google Sans Text"/>
              </a:rPr>
              <a:t>F</a:t>
            </a:r>
            <a:r>
              <a:rPr lang="en-US" altLang="en-US" baseline="-25000" dirty="0">
                <a:latin typeface="Google Sans Text"/>
              </a:rPr>
              <a:t>1</a:t>
            </a:r>
            <a:r>
              <a:rPr lang="en-US" altLang="en-US" dirty="0"/>
              <a:t> and </a:t>
            </a:r>
            <a:r>
              <a:rPr lang="en-US" altLang="en-US" dirty="0">
                <a:latin typeface="Google Sans Text"/>
              </a:rPr>
              <a:t>F</a:t>
            </a:r>
            <a:r>
              <a:rPr lang="en-US" altLang="en-US" baseline="-25000" dirty="0">
                <a:latin typeface="Google Sans Text"/>
              </a:rPr>
              <a:t>2</a:t>
            </a:r>
            <a:r>
              <a:rPr lang="en-US" dirty="0"/>
              <a:t>.</a:t>
            </a:r>
          </a:p>
          <a:p>
            <a:pPr marL="457200" indent="-457200" algn="just">
              <a:buFont typeface="+mj-lt"/>
              <a:buAutoNum type="arabicPeriod"/>
            </a:pPr>
            <a:r>
              <a:rPr lang="en-US" altLang="en-US" b="1" dirty="0">
                <a:latin typeface="Google Sans Text"/>
              </a:rPr>
              <a:t>Estimate Relative Pose:</a:t>
            </a:r>
            <a:r>
              <a:rPr lang="en-US" altLang="en-US" dirty="0"/>
              <a:t> The </a:t>
            </a:r>
            <a:r>
              <a:rPr lang="en-US" altLang="en-US" b="1" dirty="0">
                <a:latin typeface="Google Sans Text"/>
              </a:rPr>
              <a:t>Essential Matrix (E)</a:t>
            </a:r>
            <a:r>
              <a:rPr lang="en-US" altLang="en-US" dirty="0"/>
              <a:t> is computed from these matches, typically using an 8-point algorithm within a </a:t>
            </a:r>
            <a:r>
              <a:rPr lang="en-US" altLang="en-US" b="1" dirty="0">
                <a:latin typeface="Google Sans Text"/>
              </a:rPr>
              <a:t>RANSAC (Random Sample Consensus)</a:t>
            </a:r>
            <a:r>
              <a:rPr lang="en-US" altLang="en-US" dirty="0"/>
              <a:t> loop to reject outliers. </a:t>
            </a:r>
            <a:r>
              <a:rPr lang="en-US" altLang="en-US" dirty="0">
                <a:latin typeface="Google Sans Text"/>
              </a:rPr>
              <a:t>E</a:t>
            </a:r>
            <a:r>
              <a:rPr lang="en-US" altLang="en-US" dirty="0"/>
              <a:t> relates the two camera poses: </a:t>
            </a:r>
            <a:r>
              <a:rPr lang="en-US" altLang="en-US" dirty="0">
                <a:latin typeface="Google Sans Text"/>
              </a:rPr>
              <a:t>E = [t]×R</a:t>
            </a:r>
            <a:r>
              <a:rPr lang="en-US" altLang="en-US" dirty="0"/>
              <a:t>.</a:t>
            </a:r>
          </a:p>
          <a:p>
            <a:pPr marL="457200" indent="-457200" algn="just">
              <a:buFont typeface="+mj-lt"/>
              <a:buAutoNum type="arabicPeriod"/>
            </a:pPr>
            <a:r>
              <a:rPr lang="en-US" altLang="en-US" b="1" dirty="0">
                <a:latin typeface="Google Sans Text"/>
              </a:rPr>
              <a:t>Decompose E:</a:t>
            </a:r>
            <a:r>
              <a:rPr lang="en-US" altLang="en-US" dirty="0"/>
              <a:t> The Essential Matrix is decomposed (using SVD) to recover four possible (</a:t>
            </a:r>
            <a:r>
              <a:rPr lang="en-US" altLang="en-US" dirty="0">
                <a:latin typeface="Google Sans Text"/>
              </a:rPr>
              <a:t>R, t</a:t>
            </a:r>
            <a:r>
              <a:rPr lang="en-US" altLang="en-US" dirty="0"/>
              <a:t>) pose solutions.</a:t>
            </a:r>
            <a:endParaRPr lang="en-US" altLang="en-US" dirty="0">
              <a:latin typeface="Arial" panose="020B0604020202020204" pitchFamily="34" charset="0"/>
            </a:endParaRPr>
          </a:p>
          <a:p>
            <a:pPr marL="457200" indent="-457200" algn="just">
              <a:buFont typeface="+mj-lt"/>
              <a:buAutoNum type="arabicPeriod"/>
            </a:pPr>
            <a:r>
              <a:rPr lang="en-US" b="1" dirty="0"/>
              <a:t>Triangulation &amp; Disambiguation:</a:t>
            </a:r>
            <a:r>
              <a:rPr lang="en-US" dirty="0"/>
              <a:t> All 3D map points are triangulated for all four solutions. A </a:t>
            </a:r>
            <a:r>
              <a:rPr lang="en-US" b="1" dirty="0"/>
              <a:t>chirality check</a:t>
            </a:r>
            <a:r>
              <a:rPr lang="en-US" dirty="0"/>
              <a:t> is performed to select the </a:t>
            </a:r>
            <a:r>
              <a:rPr lang="en-US" i="1" dirty="0"/>
              <a:t>only</a:t>
            </a:r>
            <a:r>
              <a:rPr lang="en-US" dirty="0"/>
              <a:t> solution where the majority of 3D points are in front of both cameras.</a:t>
            </a:r>
          </a:p>
          <a:p>
            <a:pPr marL="457200" indent="-457200" algn="just">
              <a:buFont typeface="+mj-lt"/>
              <a:buAutoNum type="arabicPeriod"/>
            </a:pPr>
            <a:r>
              <a:rPr lang="en-US" altLang="en-US" b="1" dirty="0">
                <a:latin typeface="Google Sans Text"/>
              </a:rPr>
              <a:t>Create Initial Map:</a:t>
            </a:r>
            <a:r>
              <a:rPr lang="en-US" altLang="en-US" dirty="0"/>
              <a:t> The first frame (</a:t>
            </a:r>
            <a:r>
              <a:rPr lang="en-US" altLang="en-US" dirty="0">
                <a:latin typeface="Google Sans Text"/>
              </a:rPr>
              <a:t>F1</a:t>
            </a:r>
            <a:r>
              <a:rPr lang="en-US" altLang="en-US" dirty="0"/>
              <a:t>) is set as the world origin ([</a:t>
            </a:r>
            <a:r>
              <a:rPr lang="en-US" altLang="en-US" dirty="0">
                <a:latin typeface="Google Sans Text"/>
              </a:rPr>
              <a:t>I|0]</a:t>
            </a:r>
            <a:r>
              <a:rPr lang="en-US" altLang="en-US" dirty="0"/>
              <a:t>). The scale of the translation </a:t>
            </a:r>
            <a:r>
              <a:rPr lang="en-US" altLang="en-US" dirty="0">
                <a:latin typeface="Google Sans Text"/>
              </a:rPr>
              <a:t>t</a:t>
            </a:r>
            <a:r>
              <a:rPr lang="en-US" altLang="en-US" dirty="0"/>
              <a:t> is set to </a:t>
            </a:r>
            <a:r>
              <a:rPr lang="en-US" altLang="en-US" dirty="0">
                <a:latin typeface="Google Sans Text"/>
              </a:rPr>
              <a:t>1.0</a:t>
            </a:r>
            <a:r>
              <a:rPr lang="en-US" altLang="en-US" dirty="0"/>
              <a:t>. The set of triangulated 3D points forms the initial map.</a:t>
            </a:r>
            <a:endParaRPr lang="en-US" dirty="0"/>
          </a:p>
          <a:p>
            <a:pPr marL="457200" indent="-457200" algn="just">
              <a:buFont typeface="+mj-lt"/>
              <a:buAutoNum type="arabicPeriod"/>
            </a:pPr>
            <a:endParaRPr lang="en-US" altLang="en-US" dirty="0">
              <a:latin typeface="Arial" panose="020B0604020202020204" pitchFamily="34" charset="0"/>
            </a:endParaRPr>
          </a:p>
          <a:p>
            <a:pPr marL="0" indent="0">
              <a:buNone/>
            </a:pPr>
            <a:endParaRPr lang="en-IN" dirty="0"/>
          </a:p>
        </p:txBody>
      </p:sp>
    </p:spTree>
    <p:extLst>
      <p:ext uri="{BB962C8B-B14F-4D97-AF65-F5344CB8AC3E}">
        <p14:creationId xmlns:p14="http://schemas.microsoft.com/office/powerpoint/2010/main" val="28156402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DB199-5C52-46A8-4575-79C06664AD08}"/>
              </a:ext>
            </a:extLst>
          </p:cNvPr>
          <p:cNvSpPr>
            <a:spLocks noGrp="1"/>
          </p:cNvSpPr>
          <p:nvPr>
            <p:ph type="title"/>
          </p:nvPr>
        </p:nvSpPr>
        <p:spPr/>
        <p:txBody>
          <a:bodyPr/>
          <a:lstStyle/>
          <a:p>
            <a:r>
              <a:rPr lang="en-IN" dirty="0"/>
              <a:t>Steps for Stereo/RGB-D SLAM:</a:t>
            </a:r>
          </a:p>
        </p:txBody>
      </p:sp>
      <p:sp>
        <p:nvSpPr>
          <p:cNvPr id="3" name="Content Placeholder 2">
            <a:extLst>
              <a:ext uri="{FF2B5EF4-FFF2-40B4-BE49-F238E27FC236}">
                <a16:creationId xmlns:a16="http://schemas.microsoft.com/office/drawing/2014/main" id="{2C37A35C-9C4A-6343-E5F7-BE488F8D3618}"/>
              </a:ext>
            </a:extLst>
          </p:cNvPr>
          <p:cNvSpPr>
            <a:spLocks noGrp="1"/>
          </p:cNvSpPr>
          <p:nvPr>
            <p:ph idx="1"/>
          </p:nvPr>
        </p:nvSpPr>
        <p:spPr/>
        <p:txBody>
          <a:bodyPr/>
          <a:lstStyle/>
          <a:p>
            <a:pPr marL="457200" indent="-457200" algn="just">
              <a:buFont typeface="+mj-lt"/>
              <a:buAutoNum type="arabicPeriod"/>
            </a:pPr>
            <a:r>
              <a:rPr lang="en-US" dirty="0"/>
              <a:t>This is much simpler as depth is known directly.</a:t>
            </a:r>
          </a:p>
          <a:p>
            <a:pPr marL="457200" indent="-457200" algn="just">
              <a:buFont typeface="+mj-lt"/>
              <a:buAutoNum type="arabicPeriod"/>
            </a:pPr>
            <a:r>
              <a:rPr lang="en-US" dirty="0"/>
              <a:t>The system takes just the </a:t>
            </a:r>
            <a:r>
              <a:rPr lang="en-US" i="1" dirty="0"/>
              <a:t>first frame</a:t>
            </a:r>
            <a:r>
              <a:rPr lang="en-US" dirty="0"/>
              <a:t>.</a:t>
            </a:r>
          </a:p>
          <a:p>
            <a:pPr marL="457200" indent="-457200" algn="just">
              <a:buFont typeface="+mj-lt"/>
              <a:buAutoNum type="arabicPeriod"/>
            </a:pPr>
            <a:r>
              <a:rPr lang="en-US" dirty="0"/>
              <a:t>For each 2D pixel (or feature), the 3D position is calculated directly using the depth data (from RGB-D) or stereo triangulation (from the known stereo baseline).</a:t>
            </a:r>
          </a:p>
          <a:p>
            <a:pPr marL="457200" indent="-457200" algn="just">
              <a:buFont typeface="+mj-lt"/>
              <a:buAutoNum type="arabicPeriod"/>
            </a:pPr>
            <a:r>
              <a:rPr lang="en-US" dirty="0"/>
              <a:t>This first frame's pose is set as the world origin, and this initial 3D point cloud becomes the map. No motion is required.</a:t>
            </a:r>
          </a:p>
          <a:p>
            <a:pPr marL="0" indent="0" algn="just">
              <a:buNone/>
            </a:pPr>
            <a:r>
              <a:rPr lang="en-US" b="1" dirty="0"/>
              <a:t>Example:</a:t>
            </a:r>
            <a:r>
              <a:rPr lang="en-US" dirty="0"/>
              <a:t> When starting a monocular SLAM app (like Google's </a:t>
            </a:r>
            <a:r>
              <a:rPr lang="en-US" dirty="0" err="1"/>
              <a:t>ARCore</a:t>
            </a:r>
            <a:r>
              <a:rPr lang="en-US" dirty="0"/>
              <a:t>), the user is often asked to "Move the phone sideways." This motion provides the necessary baseline for the system to perform the two-frame initialization described above.</a:t>
            </a:r>
            <a:endParaRPr lang="en-IN" dirty="0"/>
          </a:p>
        </p:txBody>
      </p:sp>
    </p:spTree>
    <p:extLst>
      <p:ext uri="{BB962C8B-B14F-4D97-AF65-F5344CB8AC3E}">
        <p14:creationId xmlns:p14="http://schemas.microsoft.com/office/powerpoint/2010/main" val="17874522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2306F-649B-A407-8204-CA56BB755BE5}"/>
              </a:ext>
            </a:extLst>
          </p:cNvPr>
          <p:cNvSpPr>
            <a:spLocks noGrp="1"/>
          </p:cNvSpPr>
          <p:nvPr>
            <p:ph type="title"/>
          </p:nvPr>
        </p:nvSpPr>
        <p:spPr/>
        <p:txBody>
          <a:bodyPr/>
          <a:lstStyle/>
          <a:p>
            <a:r>
              <a:rPr lang="en-IN" dirty="0"/>
              <a:t>Tracking (Localization):</a:t>
            </a:r>
          </a:p>
        </p:txBody>
      </p:sp>
      <p:sp>
        <p:nvSpPr>
          <p:cNvPr id="3" name="Content Placeholder 2">
            <a:extLst>
              <a:ext uri="{FF2B5EF4-FFF2-40B4-BE49-F238E27FC236}">
                <a16:creationId xmlns:a16="http://schemas.microsoft.com/office/drawing/2014/main" id="{F10660E8-8DED-9FF5-BF68-981FBBF99D8D}"/>
              </a:ext>
            </a:extLst>
          </p:cNvPr>
          <p:cNvSpPr>
            <a:spLocks noGrp="1"/>
          </p:cNvSpPr>
          <p:nvPr>
            <p:ph idx="1"/>
          </p:nvPr>
        </p:nvSpPr>
        <p:spPr/>
        <p:txBody>
          <a:bodyPr>
            <a:normAutofit fontScale="85000" lnSpcReduction="20000"/>
          </a:bodyPr>
          <a:lstStyle/>
          <a:p>
            <a:pPr marL="0" indent="0" algn="just">
              <a:buNone/>
            </a:pPr>
            <a:r>
              <a:rPr lang="en-US" altLang="en-US" b="1" dirty="0">
                <a:latin typeface="Google Sans Text"/>
              </a:rPr>
              <a:t>Tracking</a:t>
            </a:r>
            <a:r>
              <a:rPr lang="en-US" altLang="en-US" dirty="0"/>
              <a:t> is the </a:t>
            </a:r>
            <a:r>
              <a:rPr lang="en-US" altLang="en-US" i="1" dirty="0">
                <a:latin typeface="Google Sans Text"/>
              </a:rPr>
              <a:t>frontend</a:t>
            </a:r>
            <a:r>
              <a:rPr lang="en-US" altLang="en-US" dirty="0"/>
              <a:t> process of estimating the camera's current 6-DoF pose (</a:t>
            </a:r>
            <a:r>
              <a:rPr lang="en-US" altLang="en-US" dirty="0">
                <a:latin typeface="Google Sans Text"/>
              </a:rPr>
              <a:t>R, t</a:t>
            </a:r>
            <a:r>
              <a:rPr lang="en-US" altLang="en-US" dirty="0"/>
              <a:t>) for </a:t>
            </a:r>
            <a:r>
              <a:rPr lang="en-US" altLang="en-US" i="1" dirty="0">
                <a:latin typeface="Google Sans Text"/>
              </a:rPr>
              <a:t>every new frame</a:t>
            </a:r>
            <a:r>
              <a:rPr lang="en-US" altLang="en-US" dirty="0"/>
              <a:t> relative to the existing map. This must be fast and robust (e.g., 30 Hz).</a:t>
            </a:r>
          </a:p>
          <a:p>
            <a:pPr marL="0" indent="0" algn="just">
              <a:buNone/>
            </a:pPr>
            <a:r>
              <a:rPr lang="en-US" b="1" dirty="0"/>
              <a:t>Goal and Core Task:</a:t>
            </a:r>
            <a:r>
              <a:rPr lang="en-US" dirty="0"/>
              <a:t> The goal is to maintain continuous localization. The core technical problem it solves is the </a:t>
            </a:r>
            <a:r>
              <a:rPr lang="en-US" b="1" dirty="0"/>
              <a:t>Perspective-n-Point (PnP)</a:t>
            </a:r>
            <a:r>
              <a:rPr lang="en-US" dirty="0"/>
              <a:t> problem: finding the camera's 6-DoF pose given a set of 3D map points and their corresponding 2D projections in the current image.</a:t>
            </a:r>
            <a:endParaRPr lang="en-IN" dirty="0"/>
          </a:p>
          <a:p>
            <a:pPr marL="0" indent="0" algn="just">
              <a:buNone/>
            </a:pPr>
            <a:r>
              <a:rPr lang="en-IN" dirty="0"/>
              <a:t>Steps in Tracking:</a:t>
            </a:r>
            <a:endParaRPr lang="en-US" altLang="en-US" dirty="0">
              <a:latin typeface="Arial" panose="020B0604020202020204" pitchFamily="34" charset="0"/>
            </a:endParaRPr>
          </a:p>
          <a:p>
            <a:pPr marL="457200" indent="-457200" algn="just">
              <a:buFont typeface="+mj-lt"/>
              <a:buAutoNum type="arabicPeriod"/>
            </a:pPr>
            <a:r>
              <a:rPr lang="en-US" b="1" dirty="0"/>
              <a:t>Motion Model (Prediction):</a:t>
            </a:r>
            <a:r>
              <a:rPr lang="en-US" dirty="0"/>
              <a:t> A motion model (e.g., constant velocity, or using IMU data if available) predicts the camera's new pose. This prediction is used to project existing map points into the new frame.</a:t>
            </a:r>
          </a:p>
          <a:p>
            <a:pPr marL="457200" indent="-457200" algn="just">
              <a:buFont typeface="+mj-lt"/>
              <a:buAutoNum type="arabicPeriod"/>
            </a:pPr>
            <a:r>
              <a:rPr lang="en-US" b="1" dirty="0"/>
              <a:t>Data Association (Matching):</a:t>
            </a:r>
            <a:r>
              <a:rPr lang="en-US" dirty="0"/>
              <a:t> The system performs a "guided search" for 2D </a:t>
            </a:r>
            <a:r>
              <a:rPr lang="en-US" dirty="0" err="1"/>
              <a:t>keypoints</a:t>
            </a:r>
            <a:r>
              <a:rPr lang="en-US" dirty="0"/>
              <a:t> in the new frame only in the </a:t>
            </a:r>
            <a:r>
              <a:rPr lang="en-US" i="1" dirty="0"/>
              <a:t>vicinity</a:t>
            </a:r>
            <a:r>
              <a:rPr lang="en-US" dirty="0"/>
              <a:t> of the projected map points. This is much faster than a global search.</a:t>
            </a:r>
          </a:p>
          <a:p>
            <a:pPr marL="457200" indent="-457200" algn="just">
              <a:buFont typeface="+mj-lt"/>
              <a:buAutoNum type="arabicPeriod" startAt="3"/>
            </a:pPr>
            <a:r>
              <a:rPr lang="en-US" b="1" dirty="0"/>
              <a:t>Pose Estimation (PnP):</a:t>
            </a:r>
            <a:r>
              <a:rPr lang="en-US" dirty="0"/>
              <a:t> The resulting 2D-3D correspondences are fed into a PnP algorithm (e.g., </a:t>
            </a:r>
            <a:r>
              <a:rPr lang="en-US" b="1" dirty="0" err="1"/>
              <a:t>EPnP</a:t>
            </a:r>
            <a:r>
              <a:rPr lang="en-US" dirty="0"/>
              <a:t>, </a:t>
            </a:r>
            <a:r>
              <a:rPr lang="en-US" b="1" dirty="0"/>
              <a:t>P3P</a:t>
            </a:r>
            <a:r>
              <a:rPr lang="en-US" dirty="0"/>
              <a:t>) inside a </a:t>
            </a:r>
            <a:r>
              <a:rPr lang="en-US" b="1" dirty="0"/>
              <a:t>RANSAC</a:t>
            </a:r>
            <a:r>
              <a:rPr lang="en-US" dirty="0"/>
              <a:t> loop. RANSAC robustly finds a pose solution even with many incorrect matches (outliers).</a:t>
            </a:r>
          </a:p>
          <a:p>
            <a:pPr marL="457200" indent="-457200" algn="just">
              <a:buFont typeface="+mj-lt"/>
              <a:buAutoNum type="arabicPeriod" startAt="3"/>
            </a:pPr>
            <a:r>
              <a:rPr lang="en-US" b="1" dirty="0"/>
              <a:t>Pose Refinement:</a:t>
            </a:r>
            <a:r>
              <a:rPr lang="en-US" dirty="0"/>
              <a:t> The pose from RANSAC is optimized by minimizing the </a:t>
            </a:r>
            <a:r>
              <a:rPr lang="en-US" b="1" dirty="0"/>
              <a:t>reprojection error</a:t>
            </a:r>
            <a:r>
              <a:rPr lang="en-US" dirty="0"/>
              <a:t>.</a:t>
            </a:r>
          </a:p>
        </p:txBody>
      </p:sp>
    </p:spTree>
    <p:extLst>
      <p:ext uri="{BB962C8B-B14F-4D97-AF65-F5344CB8AC3E}">
        <p14:creationId xmlns:p14="http://schemas.microsoft.com/office/powerpoint/2010/main" val="2143434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6AC4D-2539-DA66-526C-042BF879CB08}"/>
              </a:ext>
            </a:extLst>
          </p:cNvPr>
          <p:cNvSpPr>
            <a:spLocks noGrp="1"/>
          </p:cNvSpPr>
          <p:nvPr>
            <p:ph type="title"/>
          </p:nvPr>
        </p:nvSpPr>
        <p:spPr/>
        <p:txBody>
          <a:bodyPr/>
          <a:lstStyle/>
          <a:p>
            <a:r>
              <a:rPr lang="en-IN" dirty="0"/>
              <a:t>Steps in Tracking:</a:t>
            </a:r>
          </a:p>
        </p:txBody>
      </p:sp>
      <p:sp>
        <p:nvSpPr>
          <p:cNvPr id="3" name="Content Placeholder 2">
            <a:extLst>
              <a:ext uri="{FF2B5EF4-FFF2-40B4-BE49-F238E27FC236}">
                <a16:creationId xmlns:a16="http://schemas.microsoft.com/office/drawing/2014/main" id="{A2EE9FD4-006F-6445-6B19-90B175754EDD}"/>
              </a:ext>
            </a:extLst>
          </p:cNvPr>
          <p:cNvSpPr>
            <a:spLocks noGrp="1"/>
          </p:cNvSpPr>
          <p:nvPr>
            <p:ph idx="1"/>
          </p:nvPr>
        </p:nvSpPr>
        <p:spPr/>
        <p:txBody>
          <a:bodyPr>
            <a:normAutofit/>
          </a:bodyPr>
          <a:lstStyle/>
          <a:p>
            <a:pPr algn="just"/>
            <a:r>
              <a:rPr lang="en-US" b="1" dirty="0"/>
              <a:t>Reprojection Error:</a:t>
            </a:r>
            <a:r>
              <a:rPr lang="en-US" dirty="0"/>
              <a:t> This is the key cost function. It is the 2D distance (in pixels) between the </a:t>
            </a:r>
            <a:r>
              <a:rPr lang="en-US" i="1" dirty="0"/>
              <a:t>observed</a:t>
            </a:r>
            <a:r>
              <a:rPr lang="en-US" dirty="0"/>
              <a:t> 2D feature location in the image and the </a:t>
            </a:r>
            <a:r>
              <a:rPr lang="en-US" i="1" dirty="0"/>
              <a:t>projected</a:t>
            </a:r>
            <a:r>
              <a:rPr lang="en-US" dirty="0"/>
              <a:t> 2D location of its corresponding 3D map point, given the estimated camera pose. The goal of optimization is to find the pose that minimizes the sum of these errors.</a:t>
            </a:r>
          </a:p>
          <a:p>
            <a:pPr algn="just"/>
            <a:r>
              <a:rPr lang="en-US" b="1" dirty="0" err="1"/>
              <a:t>Relocalization</a:t>
            </a:r>
            <a:r>
              <a:rPr lang="en-US" b="1" dirty="0"/>
              <a:t>:</a:t>
            </a:r>
            <a:r>
              <a:rPr lang="en-US" dirty="0"/>
              <a:t> If tracking fails (e.g., fast motion, occlusion), the system is "lost." It then attempts </a:t>
            </a:r>
            <a:r>
              <a:rPr lang="en-US" dirty="0" err="1"/>
              <a:t>relocalization</a:t>
            </a:r>
            <a:r>
              <a:rPr lang="en-US" dirty="0"/>
              <a:t>. This often uses a </a:t>
            </a:r>
            <a:r>
              <a:rPr lang="en-US" b="1" dirty="0"/>
              <a:t>Bag-of-Words (e.g., DBoW2)</a:t>
            </a:r>
            <a:r>
              <a:rPr lang="en-US" dirty="0"/>
              <a:t> place recognition module to find </a:t>
            </a:r>
            <a:r>
              <a:rPr lang="en-US" i="1" dirty="0"/>
              <a:t>any</a:t>
            </a:r>
            <a:r>
              <a:rPr lang="en-US" dirty="0"/>
              <a:t> past keyframe that looks similar to the current view. If a match is found, it re-establishes its pose using PnP.</a:t>
            </a:r>
          </a:p>
          <a:p>
            <a:pPr algn="just"/>
            <a:r>
              <a:rPr lang="en-US" b="1" dirty="0"/>
              <a:t>Example:</a:t>
            </a:r>
            <a:r>
              <a:rPr lang="en-US" dirty="0"/>
              <a:t> A self-driving car's visual SLAM system tracks its pose. For each new frame, it projects its 3D map (corners of buildings, lane markings) onto the camera. It matches these to 2D features in the image and uses </a:t>
            </a:r>
            <a:r>
              <a:rPr lang="en-US" dirty="0" err="1"/>
              <a:t>PnP+RANSAC</a:t>
            </a:r>
            <a:r>
              <a:rPr lang="en-US" dirty="0"/>
              <a:t> to calculate its exact pose (e.g., "I am 5.2m down the road, 0.1m left of the center line").</a:t>
            </a:r>
            <a:endParaRPr lang="en-IN" dirty="0"/>
          </a:p>
        </p:txBody>
      </p:sp>
    </p:spTree>
    <p:extLst>
      <p:ext uri="{BB962C8B-B14F-4D97-AF65-F5344CB8AC3E}">
        <p14:creationId xmlns:p14="http://schemas.microsoft.com/office/powerpoint/2010/main" val="1413530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2AF6E-2776-6DAF-FE20-B7C062F82844}"/>
              </a:ext>
            </a:extLst>
          </p:cNvPr>
          <p:cNvSpPr>
            <a:spLocks noGrp="1"/>
          </p:cNvSpPr>
          <p:nvPr>
            <p:ph type="title"/>
          </p:nvPr>
        </p:nvSpPr>
        <p:spPr/>
        <p:txBody>
          <a:bodyPr/>
          <a:lstStyle/>
          <a:p>
            <a:r>
              <a:rPr lang="en-IN" dirty="0"/>
              <a:t>Mapping (Backend Optimization):</a:t>
            </a:r>
          </a:p>
        </p:txBody>
      </p:sp>
      <p:sp>
        <p:nvSpPr>
          <p:cNvPr id="3" name="Content Placeholder 2">
            <a:extLst>
              <a:ext uri="{FF2B5EF4-FFF2-40B4-BE49-F238E27FC236}">
                <a16:creationId xmlns:a16="http://schemas.microsoft.com/office/drawing/2014/main" id="{17458460-E7BA-F231-66D3-D6397A74CB61}"/>
              </a:ext>
            </a:extLst>
          </p:cNvPr>
          <p:cNvSpPr>
            <a:spLocks noGrp="1"/>
          </p:cNvSpPr>
          <p:nvPr>
            <p:ph idx="1"/>
          </p:nvPr>
        </p:nvSpPr>
        <p:spPr/>
        <p:txBody>
          <a:bodyPr/>
          <a:lstStyle/>
          <a:p>
            <a:pPr marL="0" indent="0" algn="just">
              <a:buNone/>
            </a:pPr>
            <a:r>
              <a:rPr lang="en-US" b="1" dirty="0"/>
              <a:t>Mapping</a:t>
            </a:r>
            <a:r>
              <a:rPr lang="en-US" dirty="0"/>
              <a:t> is the </a:t>
            </a:r>
            <a:r>
              <a:rPr lang="en-US" i="1" dirty="0"/>
              <a:t>backend</a:t>
            </a:r>
            <a:r>
              <a:rPr lang="en-US" dirty="0"/>
              <a:t> process of building, refining, and correcting the map for global consistency. It runs in a separate thread from the high-speed tracking.</a:t>
            </a:r>
          </a:p>
          <a:p>
            <a:pPr marL="0" indent="0" algn="just">
              <a:buNone/>
            </a:pPr>
            <a:r>
              <a:rPr lang="en-IN" b="1" dirty="0"/>
              <a:t>Map Creation (Keyframes &amp; Triangulation):</a:t>
            </a:r>
          </a:p>
          <a:p>
            <a:pPr marL="457200" indent="-457200" algn="just">
              <a:buFont typeface="+mj-lt"/>
              <a:buAutoNum type="arabicPeriod"/>
            </a:pPr>
            <a:r>
              <a:rPr lang="en-US" b="1" dirty="0"/>
              <a:t>Keyframe Selection:</a:t>
            </a:r>
            <a:r>
              <a:rPr lang="en-US" dirty="0"/>
              <a:t> The system does </a:t>
            </a:r>
            <a:r>
              <a:rPr lang="en-US" i="1" dirty="0"/>
              <a:t>not</a:t>
            </a:r>
            <a:r>
              <a:rPr lang="en-US" dirty="0"/>
              <a:t> map every frame. It inserts a new </a:t>
            </a:r>
            <a:r>
              <a:rPr lang="en-US" b="1" dirty="0"/>
              <a:t>Keyframe</a:t>
            </a:r>
            <a:r>
              <a:rPr lang="en-US" dirty="0"/>
              <a:t> into the map only when certain conditions are met (e.g., sufficient distance traveled, low overlap with previous keyframes, or tracking is uncertain).</a:t>
            </a:r>
          </a:p>
          <a:p>
            <a:pPr marL="457200" indent="-457200" algn="just">
              <a:buFont typeface="+mj-lt"/>
              <a:buAutoNum type="arabicPeriod"/>
            </a:pPr>
            <a:r>
              <a:rPr lang="en-US" b="1" dirty="0"/>
              <a:t>New Landmark Triangulation:</a:t>
            </a:r>
            <a:r>
              <a:rPr lang="en-US" dirty="0"/>
              <a:t> When a new Keyframe is added, the system matches its features against other nearby Keyframes. Features that are seen from multiple viewpoints with sufficient parallax are </a:t>
            </a:r>
            <a:r>
              <a:rPr lang="en-US" b="1" dirty="0"/>
              <a:t>triangulated</a:t>
            </a:r>
            <a:r>
              <a:rPr lang="en-US" dirty="0"/>
              <a:t> to create new 3D landmarks, which are then added to the map.</a:t>
            </a:r>
            <a:endParaRPr lang="en-IN" dirty="0"/>
          </a:p>
        </p:txBody>
      </p:sp>
    </p:spTree>
    <p:extLst>
      <p:ext uri="{BB962C8B-B14F-4D97-AF65-F5344CB8AC3E}">
        <p14:creationId xmlns:p14="http://schemas.microsoft.com/office/powerpoint/2010/main" val="2175743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B4D74-240B-E9B8-1DF8-2E55A24335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06E135-CD36-D43C-8E7E-4C2911577B3F}"/>
              </a:ext>
            </a:extLst>
          </p:cNvPr>
          <p:cNvSpPr>
            <a:spLocks noGrp="1"/>
          </p:cNvSpPr>
          <p:nvPr>
            <p:ph type="title"/>
          </p:nvPr>
        </p:nvSpPr>
        <p:spPr/>
        <p:txBody>
          <a:bodyPr/>
          <a:lstStyle/>
          <a:p>
            <a:r>
              <a:rPr lang="en-IN" dirty="0"/>
              <a:t>Mapping (Backend Optimization):</a:t>
            </a:r>
          </a:p>
        </p:txBody>
      </p:sp>
      <p:sp>
        <p:nvSpPr>
          <p:cNvPr id="3" name="Content Placeholder 2">
            <a:extLst>
              <a:ext uri="{FF2B5EF4-FFF2-40B4-BE49-F238E27FC236}">
                <a16:creationId xmlns:a16="http://schemas.microsoft.com/office/drawing/2014/main" id="{50AF99EC-D085-CDE6-6D43-928190E6AE28}"/>
              </a:ext>
            </a:extLst>
          </p:cNvPr>
          <p:cNvSpPr>
            <a:spLocks noGrp="1"/>
          </p:cNvSpPr>
          <p:nvPr>
            <p:ph idx="1"/>
          </p:nvPr>
        </p:nvSpPr>
        <p:spPr/>
        <p:txBody>
          <a:bodyPr/>
          <a:lstStyle/>
          <a:p>
            <a:pPr marL="0" indent="0" algn="just">
              <a:buNone/>
            </a:pPr>
            <a:r>
              <a:rPr lang="en-US" b="1" dirty="0"/>
              <a:t>Local Map Refinement (Local Bundle Adjustment):</a:t>
            </a:r>
          </a:p>
          <a:p>
            <a:pPr marL="457200" indent="-457200" algn="just">
              <a:buFont typeface="+mj-lt"/>
              <a:buAutoNum type="arabicPeriod"/>
            </a:pPr>
            <a:r>
              <a:rPr lang="en-US" dirty="0"/>
              <a:t>Immediately after a new Keyframe is added, the system typically performs a Local Bundle Adjustment (BA).</a:t>
            </a:r>
          </a:p>
          <a:p>
            <a:pPr marL="457200" indent="-457200" algn="just">
              <a:buFont typeface="+mj-lt"/>
              <a:buAutoNum type="arabicPeriod"/>
            </a:pPr>
            <a:r>
              <a:rPr lang="en-US" dirty="0"/>
              <a:t>This is a non-linear optimization that refines the poses of the new Keyframe and its "co-visible" neighbors, </a:t>
            </a:r>
            <a:r>
              <a:rPr lang="en-US" i="1" dirty="0"/>
              <a:t>and</a:t>
            </a:r>
            <a:r>
              <a:rPr lang="en-US" dirty="0"/>
              <a:t> the 3D positions of all the landmarks they observe. This keeps the most recent part of the map accurate.</a:t>
            </a:r>
          </a:p>
          <a:p>
            <a:pPr marL="457200" indent="-457200" algn="just">
              <a:buFont typeface="+mj-lt"/>
              <a:buAutoNum type="arabicPeriod"/>
            </a:pPr>
            <a:endParaRPr lang="en-IN" dirty="0"/>
          </a:p>
        </p:txBody>
      </p:sp>
    </p:spTree>
    <p:extLst>
      <p:ext uri="{BB962C8B-B14F-4D97-AF65-F5344CB8AC3E}">
        <p14:creationId xmlns:p14="http://schemas.microsoft.com/office/powerpoint/2010/main" val="6251832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CCE3D-2D72-62A6-8D8B-15A0CECE9C8E}"/>
              </a:ext>
            </a:extLst>
          </p:cNvPr>
          <p:cNvSpPr>
            <a:spLocks noGrp="1"/>
          </p:cNvSpPr>
          <p:nvPr>
            <p:ph type="title"/>
          </p:nvPr>
        </p:nvSpPr>
        <p:spPr/>
        <p:txBody>
          <a:bodyPr/>
          <a:lstStyle/>
          <a:p>
            <a:r>
              <a:rPr lang="en-US" dirty="0"/>
              <a:t>Global Optimization &amp; Loop Closing (Drift Correction):</a:t>
            </a:r>
            <a:endParaRPr lang="en-IN" dirty="0"/>
          </a:p>
        </p:txBody>
      </p:sp>
      <p:sp>
        <p:nvSpPr>
          <p:cNvPr id="3" name="Content Placeholder 2">
            <a:extLst>
              <a:ext uri="{FF2B5EF4-FFF2-40B4-BE49-F238E27FC236}">
                <a16:creationId xmlns:a16="http://schemas.microsoft.com/office/drawing/2014/main" id="{3C453465-CD46-E4B9-BC9E-07B7667D93AD}"/>
              </a:ext>
            </a:extLst>
          </p:cNvPr>
          <p:cNvSpPr>
            <a:spLocks noGrp="1"/>
          </p:cNvSpPr>
          <p:nvPr>
            <p:ph idx="1"/>
          </p:nvPr>
        </p:nvSpPr>
        <p:spPr/>
        <p:txBody>
          <a:bodyPr/>
          <a:lstStyle/>
          <a:p>
            <a:pPr marL="457200" indent="-457200" algn="just">
              <a:buFont typeface="+mj-lt"/>
              <a:buAutoNum type="arabicPeriod"/>
            </a:pPr>
            <a:r>
              <a:rPr lang="en-US" b="1" dirty="0"/>
              <a:t>The Problem (Drift):</a:t>
            </a:r>
            <a:r>
              <a:rPr lang="en-US" dirty="0"/>
              <a:t> Over long distances, small errors from tracking accumulate, leading to </a:t>
            </a:r>
            <a:r>
              <a:rPr lang="en-US" b="1" dirty="0"/>
              <a:t>drift</a:t>
            </a:r>
            <a:r>
              <a:rPr lang="en-US" dirty="0"/>
              <a:t>. The map becomes inconsistent (e.g., the robot returns to the start, but its pose is 1 meter off).</a:t>
            </a:r>
          </a:p>
          <a:p>
            <a:pPr marL="457200" indent="-457200" algn="just">
              <a:buFont typeface="+mj-lt"/>
              <a:buAutoNum type="arabicPeriod"/>
            </a:pPr>
            <a:r>
              <a:rPr lang="en-US" b="1" dirty="0"/>
              <a:t>Loop Detection:</a:t>
            </a:r>
            <a:r>
              <a:rPr lang="en-US" dirty="0"/>
              <a:t> The system constantly uses a place recognition module (like DBoW2) to compare the current Keyframe with </a:t>
            </a:r>
            <a:r>
              <a:rPr lang="en-US" i="1" dirty="0"/>
              <a:t>all</a:t>
            </a:r>
            <a:r>
              <a:rPr lang="en-US" dirty="0"/>
              <a:t> past Keyframes. If it recognizes a location it has seen before (but not recently), it detects a </a:t>
            </a:r>
            <a:r>
              <a:rPr lang="en-US" b="1" dirty="0"/>
              <a:t>loop closure</a:t>
            </a:r>
            <a:r>
              <a:rPr lang="en-US" dirty="0"/>
              <a:t>.</a:t>
            </a:r>
          </a:p>
          <a:p>
            <a:pPr marL="457200" indent="-457200" algn="just">
              <a:buFont typeface="+mj-lt"/>
              <a:buAutoNum type="arabicPeriod"/>
            </a:pPr>
            <a:r>
              <a:rPr lang="en-US" b="1" dirty="0"/>
              <a:t>Pose Graph Optimization:</a:t>
            </a:r>
            <a:r>
              <a:rPr lang="en-US" dirty="0"/>
              <a:t> This loop detection creates a powerful </a:t>
            </a:r>
            <a:r>
              <a:rPr lang="en-US" i="1" dirty="0"/>
              <a:t>constraint</a:t>
            </a:r>
            <a:r>
              <a:rPr lang="en-US" dirty="0"/>
              <a:t>. The system builds a </a:t>
            </a:r>
            <a:r>
              <a:rPr lang="en-US" b="1" dirty="0"/>
              <a:t>Pose Graph</a:t>
            </a:r>
            <a:r>
              <a:rPr lang="en-US" dirty="0"/>
              <a:t>, where </a:t>
            </a:r>
            <a:r>
              <a:rPr lang="en-US" b="1" dirty="0"/>
              <a:t>nodes</a:t>
            </a:r>
            <a:r>
              <a:rPr lang="en-US" dirty="0"/>
              <a:t> are all the Keyframe poses and </a:t>
            </a:r>
            <a:r>
              <a:rPr lang="en-US" b="1" dirty="0"/>
              <a:t>edges</a:t>
            </a:r>
            <a:r>
              <a:rPr lang="en-US" dirty="0"/>
              <a:t> are the relative transformations (constraints) between them. The newly found loop-closure edge is added to this graph.</a:t>
            </a:r>
            <a:endParaRPr lang="en-IN" dirty="0"/>
          </a:p>
        </p:txBody>
      </p:sp>
    </p:spTree>
    <p:extLst>
      <p:ext uri="{BB962C8B-B14F-4D97-AF65-F5344CB8AC3E}">
        <p14:creationId xmlns:p14="http://schemas.microsoft.com/office/powerpoint/2010/main" val="1874564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84052-39C1-6E0D-EABB-C56C0BBA91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55992D-C577-E6E8-48F6-85CA04BB02D7}"/>
              </a:ext>
            </a:extLst>
          </p:cNvPr>
          <p:cNvSpPr>
            <a:spLocks noGrp="1"/>
          </p:cNvSpPr>
          <p:nvPr>
            <p:ph type="title"/>
          </p:nvPr>
        </p:nvSpPr>
        <p:spPr/>
        <p:txBody>
          <a:bodyPr/>
          <a:lstStyle/>
          <a:p>
            <a:r>
              <a:rPr lang="en-US" dirty="0"/>
              <a:t>Global Optimization &amp; Loop Closing (Drift Correction):</a:t>
            </a:r>
            <a:endParaRPr lang="en-IN" dirty="0"/>
          </a:p>
        </p:txBody>
      </p:sp>
      <p:sp>
        <p:nvSpPr>
          <p:cNvPr id="3" name="Content Placeholder 2">
            <a:extLst>
              <a:ext uri="{FF2B5EF4-FFF2-40B4-BE49-F238E27FC236}">
                <a16:creationId xmlns:a16="http://schemas.microsoft.com/office/drawing/2014/main" id="{3E271A1E-CD54-4BDD-918F-30395AA1860D}"/>
              </a:ext>
            </a:extLst>
          </p:cNvPr>
          <p:cNvSpPr>
            <a:spLocks noGrp="1"/>
          </p:cNvSpPr>
          <p:nvPr>
            <p:ph idx="1"/>
          </p:nvPr>
        </p:nvSpPr>
        <p:spPr/>
        <p:txBody>
          <a:bodyPr/>
          <a:lstStyle/>
          <a:p>
            <a:pPr marL="457200" indent="-457200" algn="just">
              <a:buFont typeface="+mj-lt"/>
              <a:buAutoNum type="arabicPeriod" startAt="4"/>
            </a:pPr>
            <a:r>
              <a:rPr lang="en-US" dirty="0"/>
              <a:t>An optimizer (e.g., g2o, Ceres) then adjusts </a:t>
            </a:r>
            <a:r>
              <a:rPr lang="en-US" i="1" dirty="0"/>
              <a:t>all nodes (poses) in the entire graph</a:t>
            </a:r>
            <a:r>
              <a:rPr lang="en-US" dirty="0"/>
              <a:t> to minimize the error in </a:t>
            </a:r>
            <a:r>
              <a:rPr lang="en-US" i="1" dirty="0"/>
              <a:t>all constraints</a:t>
            </a:r>
            <a:r>
              <a:rPr lang="en-US" dirty="0"/>
              <a:t>. This process distributes the 1-meter drift error across the entire trajectory, "pulling" the map into global alignment.</a:t>
            </a:r>
          </a:p>
          <a:p>
            <a:pPr marL="457200" indent="-457200" algn="just">
              <a:buFont typeface="+mj-lt"/>
              <a:buAutoNum type="arabicPeriod" startAt="4"/>
            </a:pPr>
            <a:r>
              <a:rPr lang="en-US" b="1" dirty="0"/>
              <a:t>Full Bundle Adjustment:</a:t>
            </a:r>
            <a:r>
              <a:rPr lang="en-US" dirty="0"/>
              <a:t> After the pose graph is corrected, a final Full BA can be run to refine all poses and all 3D landmark positions simultaneously, resulting in a highly accurate, globally consistent map.</a:t>
            </a:r>
            <a:endParaRPr lang="en-IN" dirty="0"/>
          </a:p>
        </p:txBody>
      </p:sp>
    </p:spTree>
    <p:extLst>
      <p:ext uri="{BB962C8B-B14F-4D97-AF65-F5344CB8AC3E}">
        <p14:creationId xmlns:p14="http://schemas.microsoft.com/office/powerpoint/2010/main" val="39727973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1C5A1-6889-934D-16AC-D16436EFFB66}"/>
              </a:ext>
            </a:extLst>
          </p:cNvPr>
          <p:cNvSpPr>
            <a:spLocks noGrp="1"/>
          </p:cNvSpPr>
          <p:nvPr>
            <p:ph type="title"/>
          </p:nvPr>
        </p:nvSpPr>
        <p:spPr/>
        <p:txBody>
          <a:bodyPr/>
          <a:lstStyle/>
          <a:p>
            <a:r>
              <a:rPr lang="en-US" dirty="0"/>
              <a:t>Example:</a:t>
            </a:r>
            <a:endParaRPr lang="en-IN" dirty="0"/>
          </a:p>
        </p:txBody>
      </p:sp>
      <p:sp>
        <p:nvSpPr>
          <p:cNvPr id="3" name="Content Placeholder 2">
            <a:extLst>
              <a:ext uri="{FF2B5EF4-FFF2-40B4-BE49-F238E27FC236}">
                <a16:creationId xmlns:a16="http://schemas.microsoft.com/office/drawing/2014/main" id="{AD461302-A8FE-D151-62C9-32609F780E6A}"/>
              </a:ext>
            </a:extLst>
          </p:cNvPr>
          <p:cNvSpPr>
            <a:spLocks noGrp="1"/>
          </p:cNvSpPr>
          <p:nvPr>
            <p:ph idx="1"/>
          </p:nvPr>
        </p:nvSpPr>
        <p:spPr/>
        <p:txBody>
          <a:bodyPr/>
          <a:lstStyle/>
          <a:p>
            <a:pPr algn="just"/>
            <a:r>
              <a:rPr lang="en-US" dirty="0"/>
              <a:t>A drone maps a large office floor. It flies down a U-shaped corridor. Due to accumulated drift, by the time it reaches the end of the "U," its estimated pose is 50cm off from where it should be.</a:t>
            </a:r>
          </a:p>
          <a:p>
            <a:pPr algn="just"/>
            <a:r>
              <a:rPr lang="en-US" b="1" dirty="0"/>
              <a:t>Loop Detection:</a:t>
            </a:r>
            <a:r>
              <a:rPr lang="en-US" dirty="0"/>
              <a:t> It suddenly recognizes a "Fire Extinguisher" poster it saw at the beginning.</a:t>
            </a:r>
          </a:p>
          <a:p>
            <a:pPr algn="just"/>
            <a:r>
              <a:rPr lang="en-US" b="1" dirty="0"/>
              <a:t>Optimization:</a:t>
            </a:r>
            <a:r>
              <a:rPr lang="en-US" dirty="0"/>
              <a:t> The SLAM backend detects this loop. It runs a </a:t>
            </a:r>
            <a:r>
              <a:rPr lang="en-US" b="1" dirty="0"/>
              <a:t>pose graph optimization</a:t>
            </a:r>
            <a:r>
              <a:rPr lang="en-US" dirty="0"/>
              <a:t> that adds a constraint ("the pose at frame #5000 is 1.2m away from the pose at frame #10"). The optimizer adjusts the poses of all 5000 Keyframes slightly, correcting the 50cm error and making the U-shaped corridor "close" perfectly.</a:t>
            </a:r>
            <a:endParaRPr lang="en-IN" dirty="0"/>
          </a:p>
        </p:txBody>
      </p:sp>
    </p:spTree>
    <p:extLst>
      <p:ext uri="{BB962C8B-B14F-4D97-AF65-F5344CB8AC3E}">
        <p14:creationId xmlns:p14="http://schemas.microsoft.com/office/powerpoint/2010/main" val="222332399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TM03090434[[fn=Wood Type]]</Template>
  <TotalTime>113</TotalTime>
  <Words>1692</Words>
  <Application>Microsoft Office PowerPoint</Application>
  <PresentationFormat>Widescreen</PresentationFormat>
  <Paragraphs>63</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Google Sans Text</vt:lpstr>
      <vt:lpstr>Rockwell</vt:lpstr>
      <vt:lpstr>Rockwell Condensed</vt:lpstr>
      <vt:lpstr>Wingdings</vt:lpstr>
      <vt:lpstr>Wood Type</vt:lpstr>
      <vt:lpstr>steps involved in initialization, tracking, and mapping in SLAM</vt:lpstr>
      <vt:lpstr>Introduction to SLAM</vt:lpstr>
      <vt:lpstr>1. Initialization (Bootstrapping):</vt:lpstr>
      <vt:lpstr>Steps for Monocular SLAM (e.g., ORB-SLAM):</vt:lpstr>
      <vt:lpstr>Steps for Stereo/RGB-D SLAM:</vt:lpstr>
      <vt:lpstr>Tracking (Localization):</vt:lpstr>
      <vt:lpstr>Steps in Tracking:</vt:lpstr>
      <vt:lpstr>Mapping (Backend Optimization):</vt:lpstr>
      <vt:lpstr>Mapping (Backend Optimization):</vt:lpstr>
      <vt:lpstr>Global Optimization &amp; Loop Closing (Drift Correction):</vt:lpstr>
      <vt:lpstr>Global Optimization &amp; Loop Closing (Drift Correction):</vt:lpstr>
      <vt:lpstr>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Reni Nithya</dc:creator>
  <cp:lastModifiedBy>Reni Nithya</cp:lastModifiedBy>
  <cp:revision>1</cp:revision>
  <dcterms:created xsi:type="dcterms:W3CDTF">2025-10-25T08:58:38Z</dcterms:created>
  <dcterms:modified xsi:type="dcterms:W3CDTF">2025-10-25T10:53:53Z</dcterms:modified>
</cp:coreProperties>
</file>