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6BDF2D-C6DA-4C51-84F7-CC4D465658DB}" v="74" dt="2025-10-14T09:04:22.5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89" autoAdjust="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 Nithya" userId="81dbbd6ae6b89009" providerId="LiveId" clId="{712AF1E0-38CE-403E-8C05-4A6DF01D01E8}"/>
    <pc:docChg chg="undo redo custSel addSld delSld modSld">
      <pc:chgData name="Reni Nithya" userId="81dbbd6ae6b89009" providerId="LiveId" clId="{712AF1E0-38CE-403E-8C05-4A6DF01D01E8}" dt="2025-10-14T09:23:38.072" v="420" actId="1076"/>
      <pc:docMkLst>
        <pc:docMk/>
      </pc:docMkLst>
      <pc:sldChg chg="delSp modSp new add del mod">
        <pc:chgData name="Reni Nithya" userId="81dbbd6ae6b89009" providerId="LiveId" clId="{712AF1E0-38CE-403E-8C05-4A6DF01D01E8}" dt="2025-10-14T09:23:38.072" v="420" actId="1076"/>
        <pc:sldMkLst>
          <pc:docMk/>
          <pc:sldMk cId="2601252553" sldId="256"/>
        </pc:sldMkLst>
        <pc:spChg chg="mod">
          <ac:chgData name="Reni Nithya" userId="81dbbd6ae6b89009" providerId="LiveId" clId="{712AF1E0-38CE-403E-8C05-4A6DF01D01E8}" dt="2025-10-14T09:23:38.072" v="420" actId="1076"/>
          <ac:spMkLst>
            <pc:docMk/>
            <pc:sldMk cId="2601252553" sldId="256"/>
            <ac:spMk id="2" creationId="{B8FC28EE-34FA-59BC-50EB-51DA1D0B4A3B}"/>
          </ac:spMkLst>
        </pc:spChg>
        <pc:spChg chg="del">
          <ac:chgData name="Reni Nithya" userId="81dbbd6ae6b89009" providerId="LiveId" clId="{712AF1E0-38CE-403E-8C05-4A6DF01D01E8}" dt="2025-10-14T09:23:13.734" v="415" actId="478"/>
          <ac:spMkLst>
            <pc:docMk/>
            <pc:sldMk cId="2601252553" sldId="256"/>
            <ac:spMk id="3" creationId="{B186195B-4D7F-879B-F7A6-E70AEF551A5A}"/>
          </ac:spMkLst>
        </pc:spChg>
      </pc:sldChg>
      <pc:sldChg chg="modSp new mod">
        <pc:chgData name="Reni Nithya" userId="81dbbd6ae6b89009" providerId="LiveId" clId="{712AF1E0-38CE-403E-8C05-4A6DF01D01E8}" dt="2025-10-14T07:06:54.842" v="111" actId="404"/>
        <pc:sldMkLst>
          <pc:docMk/>
          <pc:sldMk cId="612630129" sldId="257"/>
        </pc:sldMkLst>
        <pc:spChg chg="mod">
          <ac:chgData name="Reni Nithya" userId="81dbbd6ae6b89009" providerId="LiveId" clId="{712AF1E0-38CE-403E-8C05-4A6DF01D01E8}" dt="2025-10-14T07:06:54.842" v="111" actId="404"/>
          <ac:spMkLst>
            <pc:docMk/>
            <pc:sldMk cId="612630129" sldId="257"/>
            <ac:spMk id="2" creationId="{937F5423-8049-0DC8-526E-8CB6D5A3B63B}"/>
          </ac:spMkLst>
        </pc:spChg>
        <pc:spChg chg="mod">
          <ac:chgData name="Reni Nithya" userId="81dbbd6ae6b89009" providerId="LiveId" clId="{712AF1E0-38CE-403E-8C05-4A6DF01D01E8}" dt="2025-10-14T06:58:46.002" v="28" actId="20577"/>
          <ac:spMkLst>
            <pc:docMk/>
            <pc:sldMk cId="612630129" sldId="257"/>
            <ac:spMk id="3" creationId="{ACBD33DF-DE65-1F71-5923-69AFD169E52F}"/>
          </ac:spMkLst>
        </pc:spChg>
      </pc:sldChg>
      <pc:sldChg chg="addSp delSp modSp new mod">
        <pc:chgData name="Reni Nithya" userId="81dbbd6ae6b89009" providerId="LiveId" clId="{712AF1E0-38CE-403E-8C05-4A6DF01D01E8}" dt="2025-10-14T08:42:36.295" v="265" actId="403"/>
        <pc:sldMkLst>
          <pc:docMk/>
          <pc:sldMk cId="1554880988" sldId="258"/>
        </pc:sldMkLst>
        <pc:spChg chg="mod">
          <ac:chgData name="Reni Nithya" userId="81dbbd6ae6b89009" providerId="LiveId" clId="{712AF1E0-38CE-403E-8C05-4A6DF01D01E8}" dt="2025-10-14T08:42:18.017" v="262" actId="14100"/>
          <ac:spMkLst>
            <pc:docMk/>
            <pc:sldMk cId="1554880988" sldId="258"/>
            <ac:spMk id="2" creationId="{F971DDE6-BB7F-B1E4-126B-9E83C1F03184}"/>
          </ac:spMkLst>
        </pc:spChg>
        <pc:spChg chg="mod">
          <ac:chgData name="Reni Nithya" userId="81dbbd6ae6b89009" providerId="LiveId" clId="{712AF1E0-38CE-403E-8C05-4A6DF01D01E8}" dt="2025-10-14T08:42:36.295" v="265" actId="403"/>
          <ac:spMkLst>
            <pc:docMk/>
            <pc:sldMk cId="1554880988" sldId="258"/>
            <ac:spMk id="3" creationId="{A1B902CF-2453-3C2C-F912-B17E7E558712}"/>
          </ac:spMkLst>
        </pc:spChg>
        <pc:picChg chg="add del mod">
          <ac:chgData name="Reni Nithya" userId="81dbbd6ae6b89009" providerId="LiveId" clId="{712AF1E0-38CE-403E-8C05-4A6DF01D01E8}" dt="2025-10-14T08:29:05.024" v="129" actId="22"/>
          <ac:picMkLst>
            <pc:docMk/>
            <pc:sldMk cId="1554880988" sldId="258"/>
            <ac:picMk id="5" creationId="{9F4A9062-E596-BB1A-8FF2-335F2FDDDAE4}"/>
          </ac:picMkLst>
        </pc:picChg>
      </pc:sldChg>
      <pc:sldChg chg="addSp delSp new mod modClrScheme chgLayout">
        <pc:chgData name="Reni Nithya" userId="81dbbd6ae6b89009" providerId="LiveId" clId="{712AF1E0-38CE-403E-8C05-4A6DF01D01E8}" dt="2025-10-14T08:29:13.037" v="132" actId="22"/>
        <pc:sldMkLst>
          <pc:docMk/>
          <pc:sldMk cId="2833697000" sldId="259"/>
        </pc:sldMkLst>
        <pc:spChg chg="del">
          <ac:chgData name="Reni Nithya" userId="81dbbd6ae6b89009" providerId="LiveId" clId="{712AF1E0-38CE-403E-8C05-4A6DF01D01E8}" dt="2025-10-14T08:29:11.973" v="131" actId="700"/>
          <ac:spMkLst>
            <pc:docMk/>
            <pc:sldMk cId="2833697000" sldId="259"/>
            <ac:spMk id="2" creationId="{3E59E476-DFF8-17B2-D68B-9B0FEEC6292D}"/>
          </ac:spMkLst>
        </pc:spChg>
        <pc:spChg chg="del">
          <ac:chgData name="Reni Nithya" userId="81dbbd6ae6b89009" providerId="LiveId" clId="{712AF1E0-38CE-403E-8C05-4A6DF01D01E8}" dt="2025-10-14T08:29:11.973" v="131" actId="700"/>
          <ac:spMkLst>
            <pc:docMk/>
            <pc:sldMk cId="2833697000" sldId="259"/>
            <ac:spMk id="3" creationId="{B2D8B73E-5D06-96CE-AA9A-28B4BABE90E7}"/>
          </ac:spMkLst>
        </pc:spChg>
        <pc:picChg chg="add">
          <ac:chgData name="Reni Nithya" userId="81dbbd6ae6b89009" providerId="LiveId" clId="{712AF1E0-38CE-403E-8C05-4A6DF01D01E8}" dt="2025-10-14T08:29:13.037" v="132" actId="22"/>
          <ac:picMkLst>
            <pc:docMk/>
            <pc:sldMk cId="2833697000" sldId="259"/>
            <ac:picMk id="5" creationId="{AB1525D5-6CDC-9DDF-105B-DE324B444FF2}"/>
          </ac:picMkLst>
        </pc:picChg>
      </pc:sldChg>
      <pc:sldChg chg="addSp modSp new mod modClrScheme chgLayout">
        <pc:chgData name="Reni Nithya" userId="81dbbd6ae6b89009" providerId="LiveId" clId="{712AF1E0-38CE-403E-8C05-4A6DF01D01E8}" dt="2025-10-14T08:42:53.746" v="267" actId="27636"/>
        <pc:sldMkLst>
          <pc:docMk/>
          <pc:sldMk cId="1658952286" sldId="260"/>
        </pc:sldMkLst>
        <pc:spChg chg="add mod">
          <ac:chgData name="Reni Nithya" userId="81dbbd6ae6b89009" providerId="LiveId" clId="{712AF1E0-38CE-403E-8C05-4A6DF01D01E8}" dt="2025-10-14T08:41:36.521" v="259" actId="1076"/>
          <ac:spMkLst>
            <pc:docMk/>
            <pc:sldMk cId="1658952286" sldId="260"/>
            <ac:spMk id="2" creationId="{F9D4F31F-8D07-7851-8719-04CE93D3BC5C}"/>
          </ac:spMkLst>
        </pc:spChg>
        <pc:spChg chg="add mod">
          <ac:chgData name="Reni Nithya" userId="81dbbd6ae6b89009" providerId="LiveId" clId="{712AF1E0-38CE-403E-8C05-4A6DF01D01E8}" dt="2025-10-14T08:42:53.746" v="267" actId="27636"/>
          <ac:spMkLst>
            <pc:docMk/>
            <pc:sldMk cId="1658952286" sldId="260"/>
            <ac:spMk id="3" creationId="{6D443B83-2B51-8E47-1C02-CF24521A095D}"/>
          </ac:spMkLst>
        </pc:spChg>
      </pc:sldChg>
      <pc:sldChg chg="modSp new mod">
        <pc:chgData name="Reni Nithya" userId="81dbbd6ae6b89009" providerId="LiveId" clId="{712AF1E0-38CE-403E-8C05-4A6DF01D01E8}" dt="2025-10-14T08:46:38.238" v="303" actId="12"/>
        <pc:sldMkLst>
          <pc:docMk/>
          <pc:sldMk cId="2588500915" sldId="261"/>
        </pc:sldMkLst>
        <pc:spChg chg="mod">
          <ac:chgData name="Reni Nithya" userId="81dbbd6ae6b89009" providerId="LiveId" clId="{712AF1E0-38CE-403E-8C05-4A6DF01D01E8}" dt="2025-10-14T08:41:58.541" v="261" actId="1076"/>
          <ac:spMkLst>
            <pc:docMk/>
            <pc:sldMk cId="2588500915" sldId="261"/>
            <ac:spMk id="2" creationId="{1FC41692-AF5F-E7D1-15DC-51B821F9C524}"/>
          </ac:spMkLst>
        </pc:spChg>
        <pc:spChg chg="mod">
          <ac:chgData name="Reni Nithya" userId="81dbbd6ae6b89009" providerId="LiveId" clId="{712AF1E0-38CE-403E-8C05-4A6DF01D01E8}" dt="2025-10-14T08:46:38.238" v="303" actId="12"/>
          <ac:spMkLst>
            <pc:docMk/>
            <pc:sldMk cId="2588500915" sldId="261"/>
            <ac:spMk id="3" creationId="{9F6545F8-626C-88E1-4950-9194FEF8DBEE}"/>
          </ac:spMkLst>
        </pc:spChg>
      </pc:sldChg>
      <pc:sldChg chg="addSp delSp modSp new mod modClrScheme chgLayout">
        <pc:chgData name="Reni Nithya" userId="81dbbd6ae6b89009" providerId="LiveId" clId="{712AF1E0-38CE-403E-8C05-4A6DF01D01E8}" dt="2025-10-14T09:23:28.598" v="418" actId="1076"/>
        <pc:sldMkLst>
          <pc:docMk/>
          <pc:sldMk cId="1078563262" sldId="262"/>
        </pc:sldMkLst>
        <pc:spChg chg="del mod ord">
          <ac:chgData name="Reni Nithya" userId="81dbbd6ae6b89009" providerId="LiveId" clId="{712AF1E0-38CE-403E-8C05-4A6DF01D01E8}" dt="2025-10-14T08:49:04.171" v="305" actId="700"/>
          <ac:spMkLst>
            <pc:docMk/>
            <pc:sldMk cId="1078563262" sldId="262"/>
            <ac:spMk id="2" creationId="{D520054C-8866-8EC0-EC03-AEF688718120}"/>
          </ac:spMkLst>
        </pc:spChg>
        <pc:spChg chg="del mod ord">
          <ac:chgData name="Reni Nithya" userId="81dbbd6ae6b89009" providerId="LiveId" clId="{712AF1E0-38CE-403E-8C05-4A6DF01D01E8}" dt="2025-10-14T08:49:04.171" v="305" actId="700"/>
          <ac:spMkLst>
            <pc:docMk/>
            <pc:sldMk cId="1078563262" sldId="262"/>
            <ac:spMk id="3" creationId="{08F966A0-CCA3-1E54-35BE-B57ED12A6826}"/>
          </ac:spMkLst>
        </pc:spChg>
        <pc:spChg chg="add mod ord">
          <ac:chgData name="Reni Nithya" userId="81dbbd6ae6b89009" providerId="LiveId" clId="{712AF1E0-38CE-403E-8C05-4A6DF01D01E8}" dt="2025-10-14T09:23:28.598" v="418" actId="1076"/>
          <ac:spMkLst>
            <pc:docMk/>
            <pc:sldMk cId="1078563262" sldId="262"/>
            <ac:spMk id="4" creationId="{BCB8CA9C-3E72-B436-C510-4A4013E17DF3}"/>
          </ac:spMkLst>
        </pc:spChg>
        <pc:spChg chg="add del mod ord">
          <ac:chgData name="Reni Nithya" userId="81dbbd6ae6b89009" providerId="LiveId" clId="{712AF1E0-38CE-403E-8C05-4A6DF01D01E8}" dt="2025-10-14T09:23:20.439" v="416" actId="478"/>
          <ac:spMkLst>
            <pc:docMk/>
            <pc:sldMk cId="1078563262" sldId="262"/>
            <ac:spMk id="5" creationId="{F2DB33A7-9173-CB97-4BF4-F1E60020A55A}"/>
          </ac:spMkLst>
        </pc:spChg>
      </pc:sldChg>
      <pc:sldChg chg="addSp delSp modSp new mod">
        <pc:chgData name="Reni Nithya" userId="81dbbd6ae6b89009" providerId="LiveId" clId="{712AF1E0-38CE-403E-8C05-4A6DF01D01E8}" dt="2025-10-14T08:52:29.408" v="341"/>
        <pc:sldMkLst>
          <pc:docMk/>
          <pc:sldMk cId="2097585791" sldId="263"/>
        </pc:sldMkLst>
        <pc:spChg chg="mod">
          <ac:chgData name="Reni Nithya" userId="81dbbd6ae6b89009" providerId="LiveId" clId="{712AF1E0-38CE-403E-8C05-4A6DF01D01E8}" dt="2025-10-14T08:51:22.495" v="328" actId="404"/>
          <ac:spMkLst>
            <pc:docMk/>
            <pc:sldMk cId="2097585791" sldId="263"/>
            <ac:spMk id="2" creationId="{EFF75D5D-664C-E359-5432-33136B98F221}"/>
          </ac:spMkLst>
        </pc:spChg>
        <pc:spChg chg="add del">
          <ac:chgData name="Reni Nithya" userId="81dbbd6ae6b89009" providerId="LiveId" clId="{712AF1E0-38CE-403E-8C05-4A6DF01D01E8}" dt="2025-10-14T08:51:43.399" v="335"/>
          <ac:spMkLst>
            <pc:docMk/>
            <pc:sldMk cId="2097585791" sldId="263"/>
            <ac:spMk id="3" creationId="{0655B589-624B-DAD6-5928-844EE03202B5}"/>
          </ac:spMkLst>
        </pc:spChg>
        <pc:spChg chg="add del">
          <ac:chgData name="Reni Nithya" userId="81dbbd6ae6b89009" providerId="LiveId" clId="{712AF1E0-38CE-403E-8C05-4A6DF01D01E8}" dt="2025-10-14T08:51:16.008" v="324" actId="22"/>
          <ac:spMkLst>
            <pc:docMk/>
            <pc:sldMk cId="2097585791" sldId="263"/>
            <ac:spMk id="5" creationId="{4B7BA893-794D-9A6E-B06C-2A838BAC36BA}"/>
          </ac:spMkLst>
        </pc:spChg>
        <pc:graphicFrameChg chg="add mod modGraphic">
          <ac:chgData name="Reni Nithya" userId="81dbbd6ae6b89009" providerId="LiveId" clId="{712AF1E0-38CE-403E-8C05-4A6DF01D01E8}" dt="2025-10-14T08:52:29.408" v="341"/>
          <ac:graphicFrameMkLst>
            <pc:docMk/>
            <pc:sldMk cId="2097585791" sldId="263"/>
            <ac:graphicFrameMk id="6" creationId="{7418D628-7CF0-2D3A-81F9-B41D55879B16}"/>
          </ac:graphicFrameMkLst>
        </pc:graphicFrameChg>
      </pc:sldChg>
      <pc:sldChg chg="addSp delSp modSp new mod">
        <pc:chgData name="Reni Nithya" userId="81dbbd6ae6b89009" providerId="LiveId" clId="{712AF1E0-38CE-403E-8C05-4A6DF01D01E8}" dt="2025-10-14T09:00:51.652" v="351"/>
        <pc:sldMkLst>
          <pc:docMk/>
          <pc:sldMk cId="3346597572" sldId="264"/>
        </pc:sldMkLst>
        <pc:spChg chg="mod">
          <ac:chgData name="Reni Nithya" userId="81dbbd6ae6b89009" providerId="LiveId" clId="{712AF1E0-38CE-403E-8C05-4A6DF01D01E8}" dt="2025-10-14T08:59:56.169" v="347" actId="404"/>
          <ac:spMkLst>
            <pc:docMk/>
            <pc:sldMk cId="3346597572" sldId="264"/>
            <ac:spMk id="2" creationId="{FFF68721-407C-9DAD-90CE-6B6836FC9B36}"/>
          </ac:spMkLst>
        </pc:spChg>
        <pc:spChg chg="del">
          <ac:chgData name="Reni Nithya" userId="81dbbd6ae6b89009" providerId="LiveId" clId="{712AF1E0-38CE-403E-8C05-4A6DF01D01E8}" dt="2025-10-14T09:00:18.563" v="348"/>
          <ac:spMkLst>
            <pc:docMk/>
            <pc:sldMk cId="3346597572" sldId="264"/>
            <ac:spMk id="3" creationId="{68C14B9C-A959-1E13-B7CC-60DF8885BDC9}"/>
          </ac:spMkLst>
        </pc:spChg>
        <pc:graphicFrameChg chg="add mod">
          <ac:chgData name="Reni Nithya" userId="81dbbd6ae6b89009" providerId="LiveId" clId="{712AF1E0-38CE-403E-8C05-4A6DF01D01E8}" dt="2025-10-14T09:00:51.652" v="351"/>
          <ac:graphicFrameMkLst>
            <pc:docMk/>
            <pc:sldMk cId="3346597572" sldId="264"/>
            <ac:graphicFrameMk id="4" creationId="{F100F16A-0F2C-5629-3AB5-CC1D390C3E5A}"/>
          </ac:graphicFrameMkLst>
        </pc:graphicFrameChg>
      </pc:sldChg>
      <pc:sldChg chg="modSp new mod">
        <pc:chgData name="Reni Nithya" userId="81dbbd6ae6b89009" providerId="LiveId" clId="{712AF1E0-38CE-403E-8C05-4A6DF01D01E8}" dt="2025-10-14T09:07:18.691" v="414" actId="1076"/>
        <pc:sldMkLst>
          <pc:docMk/>
          <pc:sldMk cId="2299121014" sldId="265"/>
        </pc:sldMkLst>
        <pc:spChg chg="mod">
          <ac:chgData name="Reni Nithya" userId="81dbbd6ae6b89009" providerId="LiveId" clId="{712AF1E0-38CE-403E-8C05-4A6DF01D01E8}" dt="2025-10-14T09:07:18.691" v="414" actId="1076"/>
          <ac:spMkLst>
            <pc:docMk/>
            <pc:sldMk cId="2299121014" sldId="265"/>
            <ac:spMk id="2" creationId="{2C110121-4FD4-269F-C58B-FBB04D251963}"/>
          </ac:spMkLst>
        </pc:spChg>
        <pc:spChg chg="mod">
          <ac:chgData name="Reni Nithya" userId="81dbbd6ae6b89009" providerId="LiveId" clId="{712AF1E0-38CE-403E-8C05-4A6DF01D01E8}" dt="2025-10-14T09:05:29.397" v="411" actId="5793"/>
          <ac:spMkLst>
            <pc:docMk/>
            <pc:sldMk cId="2299121014" sldId="265"/>
            <ac:spMk id="3" creationId="{0C6F5E37-78FA-C49A-5012-BD95BD700F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7450C-473D-4C6C-9658-5DBE93B68B93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0FBE5-1E03-4B52-8787-C110846CE6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977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0FBE5-1E03-4B52-8787-C110846CE6F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88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4C6D-9F45-4183-1DF7-D6E7E98A1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2DA51-6E44-79D0-1DA5-4F68E42F7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3A4FC-8390-BAD6-FEF3-639EEB338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30A78-0C5A-B924-0CF6-1110A9B6F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4BCC1-CA18-3CC8-7FC9-BD665C8D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125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5027-ADAB-D5EC-3728-9C2550F3B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C6B7-7260-A78A-91D8-CA5A32421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54EEC-26C7-80B0-4875-507439E5C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E1428-1066-DFB9-7B9D-1E131FF1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2A93B-E0B0-BDF8-BE40-81198C2F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8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7CF7-AD1F-31B9-9EB4-C31521BB4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CC15D-A4F1-4ADD-52AD-D85028084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F1B15-6A3F-5677-72C2-56A0B31D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08AD0-42D4-AE92-C066-D9146A42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6AD8-53E4-C652-2549-4C1A0BC1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45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E13A-9077-5050-FC17-E746CC76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8F682-257A-D55E-8ADF-04896A106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A07F2-AD7E-15AE-2A95-A42DEC16E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57D48-E693-5E66-2E59-13124B54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5329A-1250-7EAD-CFDA-2CDC79A0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8FEB0-255C-F2F6-90D0-7BFA7DC8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50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CF48-88CB-1675-2DB7-058A0266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A3824-83D8-30BD-41B3-624C8512A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2DED9-0EF6-648A-63B6-53DAFAF20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47A3E-6128-536E-816E-D61DB7D34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D8D19-20B6-6072-6C81-4A6000BF8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9201F-D54C-C94A-8860-6A363008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EE7E8-B5F3-3031-99C1-64D6A80A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944CA-313F-3A5B-89DC-59E670A1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92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392A-75D3-E9C1-F650-F91C15E4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6FA97-FDB1-5642-CBAB-91772B22A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EA5D8-20D7-BD96-DFCE-046974F3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EC4D4-6592-A929-6945-650C81F4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77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C38A5D-2E72-8189-C6C4-81C26F40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37592F-5FB9-E594-B588-9EE96F5F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23369-277B-41C4-8DAD-40A4C5B8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36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6775-B7A0-44DF-FFB9-FB243830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E26D-A634-29C2-8F95-E45FADDA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517AC-925C-4947-AF8C-68FB99AE4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1BE5D-181A-BB8F-6634-C6FB1235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13CAD-3DA5-C0D7-D2FA-1BEFC752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BED12-9C78-F8D9-A6CB-64101B8E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098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83CFB-0699-4B3A-7B67-760052F9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4C692F-6909-9BBD-EDFC-F087842037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69F8C-9435-BFD1-C5A3-75CB0D117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B1CE5-408E-ABD0-F9DF-AD08F76C4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51C55-6B56-E07E-4563-B0FFA08E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AF013-A85E-C02D-D8A5-2984C876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709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2CD3-E51D-A8AA-EA4C-5D45DAFA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03ADA-43E6-DAA0-1F13-4C04108BF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2AAAB-3DCE-C34F-3FAD-3C57E962F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CA886-D027-36F2-0B48-BE1B3F51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6AAEF-15F5-A2BF-B054-5A5BA9F9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514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D7F914-BF53-F6C6-2785-2F4EC9823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C9F50-A893-28AE-F5F9-04E18683C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6FA3E-6309-E200-C19B-C9CAA7AA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6AFAD-C018-A4C1-C720-841B39CD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B966B-CDA4-11F7-9A40-1D18E599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96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454CA-042C-BCF5-8E8B-D4AE6DACE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EF6AA-93B0-E2BA-C5E3-54BFB7530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854BE-B5CC-5E9B-A3C2-F66007566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CFBC8-2854-483D-876B-C7AE953AC4A4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01525-2E25-1DD2-442D-76100D5BD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8D1B3-DF5D-65F1-82A7-42385F679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0AA58-4EA8-46E9-9A65-5C9153C1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98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28EE-34FA-59BC-50EB-51DA1D0B4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18581"/>
            <a:ext cx="9144000" cy="1620837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Feature-Based Alignment and Pose Estimation Techniques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125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5423-8049-0DC8-526E-8CB6D5A3B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D33DF-DE65-1F71-5923-69AFD169E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In robotics and automation, a system often needs to understand its environment — either by identifying objects, localizing itself, or estimating its own movement.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To do this, feature-based alignment and pose estimation techniques are widely used.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Feature-based alignment means matching distinctive features (</a:t>
            </a:r>
            <a:r>
              <a:rPr lang="en-US" sz="2200" dirty="0" err="1"/>
              <a:t>keypoints</a:t>
            </a:r>
            <a:r>
              <a:rPr lang="en-US" sz="2200" dirty="0"/>
              <a:t>, corners, edges, etc.) between two datasets (images or 3D point clouds) to find their geometric relationship.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Pose estimation refers to finding the position (x, y, z) and orientation (roll, pitch, yaw) of an object or camera with respect to a reference frame.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200" dirty="0"/>
              <a:t>Together, these techniques help robots and cameras to “see” and “understand” their surroundings.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61263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B8CA9C-3E72-B436-C510-4A4013E17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5202"/>
            <a:ext cx="10515600" cy="1507595"/>
          </a:xfrm>
        </p:spPr>
        <p:txBody>
          <a:bodyPr>
            <a:normAutofit/>
          </a:bodyPr>
          <a:lstStyle/>
          <a:p>
            <a:pPr algn="just"/>
            <a:r>
              <a:rPr lang="en-US" sz="4400" dirty="0"/>
              <a:t>Classification of Feature-Based Alignment and Pose Estimation Techniques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07856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1DDE6-BB7F-B1E4-126B-9E83C1F0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040532" cy="651933"/>
          </a:xfrm>
        </p:spPr>
        <p:txBody>
          <a:bodyPr>
            <a:noAutofit/>
          </a:bodyPr>
          <a:lstStyle/>
          <a:p>
            <a:r>
              <a:rPr lang="en-US" sz="2800" dirty="0"/>
              <a:t>A. 2D–2D Feature-Based Alignment (Image-to-Image Alignment)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902CF-2453-3C2C-F912-B17E7E558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651933"/>
            <a:ext cx="11624732" cy="6045200"/>
          </a:xfrm>
        </p:spPr>
        <p:txBody>
          <a:bodyPr>
            <a:noAutofit/>
          </a:bodyPr>
          <a:lstStyle/>
          <a:p>
            <a:pPr algn="just"/>
            <a:r>
              <a:rPr lang="en-IN" sz="1800" dirty="0"/>
              <a:t>Concept: Used when both datasets are 2D images. The goal is to find the transformation (translation, rotation, scaling, perspective) between two images.</a:t>
            </a:r>
          </a:p>
          <a:p>
            <a:pPr algn="just"/>
            <a:r>
              <a:rPr lang="en-IN" sz="1800" dirty="0"/>
              <a:t>Steps Involved: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800" dirty="0"/>
              <a:t>Feature Detection: Identify distinct </a:t>
            </a:r>
            <a:r>
              <a:rPr lang="en-IN" sz="1800" dirty="0" err="1"/>
              <a:t>keypoints</a:t>
            </a:r>
            <a:r>
              <a:rPr lang="en-IN" sz="1800" dirty="0"/>
              <a:t>.</a:t>
            </a:r>
          </a:p>
          <a:p>
            <a:pPr lvl="1" algn="just"/>
            <a:r>
              <a:rPr lang="en-IN" sz="1800" dirty="0"/>
              <a:t>Examples: Harris Corner, SIFT, SURF, ORB, FAST.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800" dirty="0"/>
              <a:t>Feature Description: Represent each </a:t>
            </a:r>
            <a:r>
              <a:rPr lang="en-IN" sz="1800" dirty="0" err="1"/>
              <a:t>keypoint</a:t>
            </a:r>
            <a:r>
              <a:rPr lang="en-IN" sz="1800" dirty="0"/>
              <a:t> numerically.</a:t>
            </a:r>
          </a:p>
          <a:p>
            <a:pPr lvl="1" algn="just"/>
            <a:r>
              <a:rPr lang="en-IN" sz="1800" dirty="0"/>
              <a:t>Example: SIFT descriptor (128D vector).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800" dirty="0"/>
              <a:t>Feature Matching: Match corresponding features between images.</a:t>
            </a:r>
          </a:p>
          <a:p>
            <a:pPr lvl="1" algn="just"/>
            <a:r>
              <a:rPr lang="en-IN" sz="1800" dirty="0"/>
              <a:t>Techniques: Brute-Force, FLANN, RANSAC.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800" dirty="0"/>
              <a:t>Transformation Estimation: Estimate geometric transform (affine or </a:t>
            </a:r>
            <a:r>
              <a:rPr lang="en-IN" sz="1800" dirty="0" err="1"/>
              <a:t>homography</a:t>
            </a:r>
            <a:r>
              <a:rPr lang="en-IN" sz="1800" dirty="0"/>
              <a:t>).</a:t>
            </a:r>
          </a:p>
          <a:p>
            <a:pPr marL="0" indent="0" algn="just">
              <a:buNone/>
            </a:pPr>
            <a:r>
              <a:rPr lang="en-IN" sz="1800" dirty="0"/>
              <a:t>Examples:</a:t>
            </a:r>
          </a:p>
          <a:p>
            <a:pPr lvl="1" algn="just"/>
            <a:r>
              <a:rPr lang="en-IN" sz="1800" dirty="0"/>
              <a:t>Aligning aerial images for change detection</a:t>
            </a:r>
          </a:p>
          <a:p>
            <a:pPr lvl="1" algn="just"/>
            <a:r>
              <a:rPr lang="en-IN" sz="1800" dirty="0"/>
              <a:t>Stitching images for panorama creation</a:t>
            </a:r>
          </a:p>
          <a:p>
            <a:pPr lvl="1" algn="just"/>
            <a:r>
              <a:rPr lang="en-IN" sz="1800" dirty="0"/>
              <a:t>Motion tracking between video frames</a:t>
            </a:r>
          </a:p>
          <a:p>
            <a:pPr algn="just"/>
            <a:r>
              <a:rPr lang="en-IN" sz="1800" dirty="0"/>
              <a:t>Applications in Robotics:</a:t>
            </a:r>
          </a:p>
          <a:p>
            <a:pPr lvl="1" algn="just"/>
            <a:r>
              <a:rPr lang="en-IN" sz="1800" dirty="0"/>
              <a:t>Visual odometry (estimating robot motion)</a:t>
            </a:r>
          </a:p>
          <a:p>
            <a:pPr lvl="1" algn="just"/>
            <a:r>
              <a:rPr lang="en-IN" sz="1800" dirty="0"/>
              <a:t>Image </a:t>
            </a:r>
            <a:r>
              <a:rPr lang="en-IN" sz="1800" dirty="0" err="1"/>
              <a:t>mosaicing</a:t>
            </a:r>
            <a:r>
              <a:rPr lang="en-IN" sz="1800" dirty="0"/>
              <a:t> from UAVs</a:t>
            </a:r>
          </a:p>
          <a:p>
            <a:pPr lvl="1" algn="just"/>
            <a:r>
              <a:rPr lang="en-IN" sz="1800" dirty="0"/>
              <a:t>2D mapping for mobile robots</a:t>
            </a:r>
          </a:p>
        </p:txBody>
      </p:sp>
    </p:spTree>
    <p:extLst>
      <p:ext uri="{BB962C8B-B14F-4D97-AF65-F5344CB8AC3E}">
        <p14:creationId xmlns:p14="http://schemas.microsoft.com/office/powerpoint/2010/main" val="155488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1525D5-6CDC-9DDF-105B-DE324B444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1085850"/>
            <a:ext cx="1124902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9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F31F-8D07-7851-8719-04CE93D3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2782"/>
          </a:xfrm>
        </p:spPr>
        <p:txBody>
          <a:bodyPr>
            <a:normAutofit/>
          </a:bodyPr>
          <a:lstStyle/>
          <a:p>
            <a:r>
              <a:rPr lang="en-US" sz="2800" dirty="0"/>
              <a:t>B. 2D–3D Pose Estimation (Image-to-Model Alignment)</a:t>
            </a:r>
            <a:endParaRPr lang="en-I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43B83-2B51-8E47-1C02-CF24521A09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067" y="681038"/>
                <a:ext cx="11988800" cy="596529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Concept: Used when 2D image points are matched with known 3D points from a model or object. </a:t>
                </a:r>
              </a:p>
              <a:p>
                <a:pPr marL="0" indent="0">
                  <a:buNone/>
                </a:pPr>
                <a:r>
                  <a:rPr lang="en-US" sz="1800" dirty="0"/>
                  <a:t>Goal: Estimate the camera or object pose in 3D space.</a:t>
                </a:r>
              </a:p>
              <a:p>
                <a:pPr marL="0" indent="0">
                  <a:buNone/>
                </a:pPr>
                <a:r>
                  <a:rPr lang="en-IN" sz="1800" dirty="0"/>
                  <a:t>Mathematical Formulation: Given 3D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800" dirty="0"/>
                  <a:t>​ and their 2D projections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800" dirty="0"/>
                  <a:t>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1800" dirty="0"/>
                  <a:t>,  ​where 𝑅 and 𝑡 are the rotation and translation of the camera, and 𝐾 is the camera intrinsic matrix.</a:t>
                </a:r>
              </a:p>
              <a:p>
                <a:pPr marL="0" indent="0">
                  <a:buNone/>
                </a:pPr>
                <a:r>
                  <a:rPr lang="en-IN" sz="1800" dirty="0"/>
                  <a:t>Algorithms:</a:t>
                </a:r>
              </a:p>
              <a:p>
                <a:r>
                  <a:rPr lang="en-IN" sz="1800" dirty="0"/>
                  <a:t>PnP (Perspective-n-Point)</a:t>
                </a:r>
              </a:p>
              <a:p>
                <a:r>
                  <a:rPr lang="en-IN" sz="1800" dirty="0" err="1"/>
                  <a:t>EPnP</a:t>
                </a:r>
                <a:r>
                  <a:rPr lang="en-IN" sz="1800" dirty="0"/>
                  <a:t> (Efficient PnP)</a:t>
                </a:r>
              </a:p>
              <a:p>
                <a:r>
                  <a:rPr lang="en-IN" sz="1800" dirty="0"/>
                  <a:t>POSIT (Pose from Orthography and Scaling with Iterations)</a:t>
                </a:r>
              </a:p>
              <a:p>
                <a:r>
                  <a:rPr lang="en-IN" sz="1800" dirty="0"/>
                  <a:t>RANSAC + PnP for robustness</a:t>
                </a:r>
              </a:p>
              <a:p>
                <a:pPr marL="0" indent="0">
                  <a:buNone/>
                </a:pPr>
                <a:r>
                  <a:rPr lang="en-IN" sz="1800" dirty="0"/>
                  <a:t>Examples:</a:t>
                </a:r>
              </a:p>
              <a:p>
                <a:r>
                  <a:rPr lang="en-IN" sz="1800" dirty="0"/>
                  <a:t>Estimating the position of an </a:t>
                </a:r>
                <a:r>
                  <a:rPr lang="en-IN" sz="1800" dirty="0" err="1"/>
                  <a:t>AprilTag</a:t>
                </a:r>
                <a:r>
                  <a:rPr lang="en-IN" sz="1800" dirty="0"/>
                  <a:t> or ArUco marker in space</a:t>
                </a:r>
              </a:p>
              <a:p>
                <a:r>
                  <a:rPr lang="en-IN" sz="1800" dirty="0"/>
                  <a:t>Determining the pose of a robot end-effector using a camera</a:t>
                </a:r>
              </a:p>
              <a:p>
                <a:r>
                  <a:rPr lang="en-IN" sz="1800" dirty="0"/>
                  <a:t>Camera calibration in robotic systems</a:t>
                </a:r>
              </a:p>
              <a:p>
                <a:pPr marL="0" indent="0">
                  <a:buNone/>
                </a:pPr>
                <a:r>
                  <a:rPr lang="en-IN" sz="1800" dirty="0"/>
                  <a:t>Applications in Robotics:</a:t>
                </a:r>
              </a:p>
              <a:p>
                <a:r>
                  <a:rPr lang="en-IN" sz="1800" dirty="0"/>
                  <a:t>Eye-in-hand vision for manipulators</a:t>
                </a:r>
              </a:p>
              <a:p>
                <a:r>
                  <a:rPr lang="en-IN" sz="1800" dirty="0"/>
                  <a:t>Augmented Reality (overlaying virtual objects)</a:t>
                </a:r>
              </a:p>
              <a:p>
                <a:r>
                  <a:rPr lang="en-IN" sz="1800" dirty="0"/>
                  <a:t>Visual </a:t>
                </a:r>
                <a:r>
                  <a:rPr lang="en-IN" sz="1800" dirty="0" err="1"/>
                  <a:t>servoing</a:t>
                </a:r>
                <a:r>
                  <a:rPr lang="en-IN" sz="1800" dirty="0"/>
                  <a:t> and target tracking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43B83-2B51-8E47-1C02-CF24521A09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067" y="681038"/>
                <a:ext cx="11988800" cy="5965295"/>
              </a:xfrm>
              <a:blipFill>
                <a:blip r:embed="rId2"/>
                <a:stretch>
                  <a:fillRect l="-407" t="-1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95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1692-AF5F-E7D1-15DC-51B821F9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76000" cy="617008"/>
          </a:xfrm>
        </p:spPr>
        <p:txBody>
          <a:bodyPr>
            <a:normAutofit/>
          </a:bodyPr>
          <a:lstStyle/>
          <a:p>
            <a:r>
              <a:rPr lang="en-IN" sz="2800" dirty="0"/>
              <a:t>C. 3D–3D Alignment (Point Cloud Registration)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545F8-626C-88E1-4950-9194FEF8D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7008"/>
            <a:ext cx="12192000" cy="555995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dirty="0"/>
              <a:t>Concept: Used when both datasets are 3D point clouds. The objective is to find the rigid-body transformation that aligns one 3D model to another.</a:t>
            </a:r>
          </a:p>
          <a:p>
            <a:pPr marL="0" indent="0" algn="just">
              <a:buNone/>
            </a:pPr>
            <a:r>
              <a:rPr lang="en-US" sz="1800" dirty="0"/>
              <a:t>Methods:</a:t>
            </a:r>
          </a:p>
          <a:p>
            <a:pPr algn="just"/>
            <a:r>
              <a:rPr lang="en-US" sz="1800" dirty="0"/>
              <a:t>ICP (Iterative Closest Point): Iteratively aligns two-point clouds by minimizing the distance between corresponding points.</a:t>
            </a:r>
          </a:p>
          <a:p>
            <a:pPr algn="just"/>
            <a:r>
              <a:rPr lang="en-US" sz="1800" dirty="0"/>
              <a:t>FPFH (Fast Point Feature Histogram): Uses geometric features to find correspondences before alignment.</a:t>
            </a:r>
          </a:p>
          <a:p>
            <a:pPr algn="just"/>
            <a:r>
              <a:rPr lang="en-US" sz="1800" dirty="0"/>
              <a:t>SHOT descriptors: For robust feature representation in 3D.</a:t>
            </a:r>
          </a:p>
          <a:p>
            <a:pPr algn="just"/>
            <a:r>
              <a:rPr lang="en-US" sz="1800" dirty="0"/>
              <a:t>Go-ICP: Globally optimal version of ICP.</a:t>
            </a:r>
          </a:p>
          <a:p>
            <a:pPr marL="0" indent="0" algn="just">
              <a:buNone/>
            </a:pPr>
            <a:r>
              <a:rPr lang="en-US" sz="1800" dirty="0"/>
              <a:t>Examples:</a:t>
            </a:r>
          </a:p>
          <a:p>
            <a:pPr algn="just"/>
            <a:r>
              <a:rPr lang="en-US" sz="1800" dirty="0"/>
              <a:t>Aligning multiple 3D scans of an object</a:t>
            </a:r>
          </a:p>
          <a:p>
            <a:pPr algn="just"/>
            <a:r>
              <a:rPr lang="en-US" sz="1800" dirty="0"/>
              <a:t>Registering LiDAR scans for 3D mapping</a:t>
            </a:r>
          </a:p>
          <a:p>
            <a:pPr algn="just"/>
            <a:r>
              <a:rPr lang="en-US" sz="1800" dirty="0"/>
              <a:t>Merging depth data from stereo or RGB-D cameras</a:t>
            </a:r>
          </a:p>
          <a:p>
            <a:pPr marL="0" indent="0" algn="just">
              <a:buNone/>
            </a:pPr>
            <a:r>
              <a:rPr lang="en-US" sz="1800" dirty="0"/>
              <a:t>Applications in Robotics:</a:t>
            </a:r>
          </a:p>
          <a:p>
            <a:pPr algn="just"/>
            <a:r>
              <a:rPr lang="en-US" sz="1800" dirty="0"/>
              <a:t>LiDAR-based SLAM (Simultaneous Localization and Mapping)</a:t>
            </a:r>
          </a:p>
          <a:p>
            <a:pPr algn="just"/>
            <a:r>
              <a:rPr lang="en-US" sz="1800" dirty="0"/>
              <a:t>3D object recognition</a:t>
            </a:r>
          </a:p>
          <a:p>
            <a:pPr algn="just"/>
            <a:r>
              <a:rPr lang="en-US" sz="1800" dirty="0"/>
              <a:t>Robotic inspection and reverse engineering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88500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5D5D-664C-E359-5432-33136B98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Comparative Summary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418D628-7CF0-2D3A-81F9-B41D55879B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942091"/>
              </p:ext>
            </p:extLst>
          </p:nvPr>
        </p:nvGraphicFramePr>
        <p:xfrm>
          <a:off x="838200" y="2583974"/>
          <a:ext cx="10515600" cy="2834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410331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045400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999253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145434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07705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Input Data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Typical Algorithms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Output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Applications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652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2D–2D Alignment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Two 2D images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SIFT, ORB, SURF + RANSAC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Homography or affine transform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stitching, visual odometry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3247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2D–3D Pose Estimation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2D image + 3D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PnP, EPnP, POSIT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6D pose (R, 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Camera localization, AR, visual servoing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11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3D–3D Alignment</a:t>
                      </a:r>
                      <a:endParaRPr lang="en-IN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Two 3D point clouds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ICP, Go-ICP, FPFH, SHOT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Rigid-body transform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SLAM, 3D reconstruction, LiDAR mapping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472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585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68721-407C-9DAD-90CE-6B6836FC9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Applications in Automation and Robotics</a:t>
            </a:r>
            <a:endParaRPr lang="en-IN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00F16A-0F2C-5629-3AB5-CC1D390C3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23018"/>
              </p:ext>
            </p:extLst>
          </p:nvPr>
        </p:nvGraphicFramePr>
        <p:xfrm>
          <a:off x="838200" y="2446814"/>
          <a:ext cx="10515600" cy="31089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937925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824286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19284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Area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Application Example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Technique Used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914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Mobile Robots / AGVs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Localization and path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2D–2D visual odometry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543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Manipulator Vision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Eye-in-hand pose estimation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2D–3D PnP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598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 and VR Systems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Object or camera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2D–3D 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39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Autonomous Vehicles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 fusion (camera + LiDAR)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3D–3D registration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928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3D Inspection / Reverse Engineering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 alignment and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3D–3D ICP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57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UAV Mapping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mosaicing and geo-alignment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2D–2D SIFT-based 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346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59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0121-4FD4-269F-C58B-FBB04D25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0"/>
            <a:ext cx="10515600" cy="921545"/>
          </a:xfrm>
        </p:spPr>
        <p:txBody>
          <a:bodyPr>
            <a:normAutofit/>
          </a:bodyPr>
          <a:lstStyle/>
          <a:p>
            <a:r>
              <a:rPr lang="en-US" sz="3200" dirty="0"/>
              <a:t>Conclusion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5E37-78FA-C49A-5012-BD95BD700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4" y="1532467"/>
            <a:ext cx="11235266" cy="464449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Feature-based alignment and pose estimation form the foundation of robot perception.</a:t>
            </a:r>
          </a:p>
          <a:p>
            <a:pPr marL="0" indent="0" algn="just">
              <a:buNone/>
            </a:pPr>
            <a:r>
              <a:rPr lang="en-IN" dirty="0"/>
              <a:t>They enable robots to:</a:t>
            </a:r>
          </a:p>
          <a:p>
            <a:pPr algn="just"/>
            <a:r>
              <a:rPr lang="en-US" dirty="0"/>
              <a:t>Recognize and localize objects</a:t>
            </a:r>
          </a:p>
          <a:p>
            <a:pPr algn="just"/>
            <a:r>
              <a:rPr lang="en-US" dirty="0"/>
              <a:t>Estimate their own motion</a:t>
            </a:r>
          </a:p>
          <a:p>
            <a:pPr algn="just"/>
            <a:r>
              <a:rPr lang="en-US" dirty="0"/>
              <a:t>Align multi-view or multi-sensor data</a:t>
            </a:r>
          </a:p>
          <a:p>
            <a:pPr algn="just"/>
            <a:r>
              <a:rPr lang="en-US" dirty="0"/>
              <a:t>Interact intelligently with the environment.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IN" dirty="0"/>
              <a:t>In essence:</a:t>
            </a:r>
          </a:p>
          <a:p>
            <a:pPr marL="0" indent="0" algn="just">
              <a:buNone/>
            </a:pPr>
            <a:r>
              <a:rPr lang="en-US" dirty="0"/>
              <a:t>“Feature-based techniques bridge the gap between what the robot sees and how it understands its position and orientation in space.”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12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809</Words>
  <Application>Microsoft Office PowerPoint</Application>
  <PresentationFormat>Widescreen</PresentationFormat>
  <Paragraphs>112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Feature-Based Alignment and Pose Estimation Techniques</vt:lpstr>
      <vt:lpstr>Introduction</vt:lpstr>
      <vt:lpstr>Classification of Feature-Based Alignment and Pose Estimation Techniques</vt:lpstr>
      <vt:lpstr>A. 2D–2D Feature-Based Alignment (Image-to-Image Alignment)</vt:lpstr>
      <vt:lpstr>PowerPoint Presentation</vt:lpstr>
      <vt:lpstr>B. 2D–3D Pose Estimation (Image-to-Model Alignment)</vt:lpstr>
      <vt:lpstr>C. 3D–3D Alignment (Point Cloud Registration)</vt:lpstr>
      <vt:lpstr>Comparative Summary</vt:lpstr>
      <vt:lpstr>Applications in Automation and Robotics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Reni Nithya</dc:creator>
  <cp:lastModifiedBy>Reni Nithya</cp:lastModifiedBy>
  <cp:revision>1</cp:revision>
  <dcterms:created xsi:type="dcterms:W3CDTF">2025-10-14T06:55:41Z</dcterms:created>
  <dcterms:modified xsi:type="dcterms:W3CDTF">2025-10-14T09:23:41Z</dcterms:modified>
</cp:coreProperties>
</file>